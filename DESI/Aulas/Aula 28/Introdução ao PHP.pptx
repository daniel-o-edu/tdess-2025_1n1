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360DD3-7278-DE04-45A1-C7F5E7083264}" v="268" dt="2026-04-06T20:01:00.9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Guerra" userId="e5485e67c0fdf257" providerId="Windows Live" clId="Web-{BD360DD3-7278-DE04-45A1-C7F5E7083264}"/>
    <pc:docChg chg="mod addSld modSld addMainMaster delMainMaster">
      <pc:chgData name="Diego Guerra" userId="e5485e67c0fdf257" providerId="Windows Live" clId="Web-{BD360DD3-7278-DE04-45A1-C7F5E7083264}" dt="2026-04-06T20:01:00.978" v="232" actId="1076"/>
      <pc:docMkLst>
        <pc:docMk/>
      </pc:docMkLst>
      <pc:sldChg chg="modSp mod modClrScheme chgLayout">
        <pc:chgData name="Diego Guerra" userId="e5485e67c0fdf257" providerId="Windows Live" clId="Web-{BD360DD3-7278-DE04-45A1-C7F5E7083264}" dt="2026-04-06T19:32:34.166" v="9"/>
        <pc:sldMkLst>
          <pc:docMk/>
          <pc:sldMk cId="2210866551" sldId="256"/>
        </pc:sldMkLst>
        <pc:spChg chg="mod ord">
          <ac:chgData name="Diego Guerra" userId="e5485e67c0fdf257" providerId="Windows Live" clId="Web-{BD360DD3-7278-DE04-45A1-C7F5E7083264}" dt="2026-04-06T19:32:34.166" v="9"/>
          <ac:spMkLst>
            <pc:docMk/>
            <pc:sldMk cId="2210866551" sldId="256"/>
            <ac:spMk id="2" creationId="{00000000-0000-0000-0000-000000000000}"/>
          </ac:spMkLst>
        </pc:spChg>
        <pc:spChg chg="mod ord">
          <ac:chgData name="Diego Guerra" userId="e5485e67c0fdf257" providerId="Windows Live" clId="Web-{BD360DD3-7278-DE04-45A1-C7F5E7083264}" dt="2026-04-06T19:32:34.166" v="9"/>
          <ac:spMkLst>
            <pc:docMk/>
            <pc:sldMk cId="2210866551" sldId="256"/>
            <ac:spMk id="3" creationId="{00000000-0000-0000-0000-000000000000}"/>
          </ac:spMkLst>
        </pc:spChg>
      </pc:sldChg>
      <pc:sldChg chg="modSp new mod modClrScheme chgLayout">
        <pc:chgData name="Diego Guerra" userId="e5485e67c0fdf257" providerId="Windows Live" clId="Web-{BD360DD3-7278-DE04-45A1-C7F5E7083264}" dt="2026-04-06T19:32:34.166" v="9"/>
        <pc:sldMkLst>
          <pc:docMk/>
          <pc:sldMk cId="1473067362" sldId="257"/>
        </pc:sldMkLst>
        <pc:spChg chg="mod ord">
          <ac:chgData name="Diego Guerra" userId="e5485e67c0fdf257" providerId="Windows Live" clId="Web-{BD360DD3-7278-DE04-45A1-C7F5E7083264}" dt="2026-04-06T19:32:34.166" v="9"/>
          <ac:spMkLst>
            <pc:docMk/>
            <pc:sldMk cId="1473067362" sldId="257"/>
            <ac:spMk id="2" creationId="{DA81CB38-7FAB-BB12-D5E3-4484B59171A0}"/>
          </ac:spMkLst>
        </pc:spChg>
        <pc:spChg chg="mod ord">
          <ac:chgData name="Diego Guerra" userId="e5485e67c0fdf257" providerId="Windows Live" clId="Web-{BD360DD3-7278-DE04-45A1-C7F5E7083264}" dt="2026-04-06T19:32:34.166" v="9"/>
          <ac:spMkLst>
            <pc:docMk/>
            <pc:sldMk cId="1473067362" sldId="257"/>
            <ac:spMk id="3" creationId="{0F9CAD83-93F2-F92B-59F1-7DE6832DF672}"/>
          </ac:spMkLst>
        </pc:spChg>
      </pc:sldChg>
      <pc:sldChg chg="addSp modSp new mod modClrScheme chgLayout">
        <pc:chgData name="Diego Guerra" userId="e5485e67c0fdf257" providerId="Windows Live" clId="Web-{BD360DD3-7278-DE04-45A1-C7F5E7083264}" dt="2026-04-06T19:33:28.104" v="14" actId="1076"/>
        <pc:sldMkLst>
          <pc:docMk/>
          <pc:sldMk cId="1042820327" sldId="258"/>
        </pc:sldMkLst>
        <pc:spChg chg="mod ord">
          <ac:chgData name="Diego Guerra" userId="e5485e67c0fdf257" providerId="Windows Live" clId="Web-{BD360DD3-7278-DE04-45A1-C7F5E7083264}" dt="2026-04-06T19:32:34.166" v="9"/>
          <ac:spMkLst>
            <pc:docMk/>
            <pc:sldMk cId="1042820327" sldId="258"/>
            <ac:spMk id="2" creationId="{267CFA31-2C87-7975-A9ED-A70F4093B280}"/>
          </ac:spMkLst>
        </pc:spChg>
        <pc:spChg chg="mod ord">
          <ac:chgData name="Diego Guerra" userId="e5485e67c0fdf257" providerId="Windows Live" clId="Web-{BD360DD3-7278-DE04-45A1-C7F5E7083264}" dt="2026-04-06T19:33:13.697" v="11" actId="20577"/>
          <ac:spMkLst>
            <pc:docMk/>
            <pc:sldMk cId="1042820327" sldId="258"/>
            <ac:spMk id="3" creationId="{A7BED197-7189-D024-7A7D-720334EEFD60}"/>
          </ac:spMkLst>
        </pc:spChg>
        <pc:picChg chg="add mod">
          <ac:chgData name="Diego Guerra" userId="e5485e67c0fdf257" providerId="Windows Live" clId="Web-{BD360DD3-7278-DE04-45A1-C7F5E7083264}" dt="2026-04-06T19:33:28.104" v="14" actId="1076"/>
          <ac:picMkLst>
            <pc:docMk/>
            <pc:sldMk cId="1042820327" sldId="258"/>
            <ac:picMk id="4" creationId="{446EB0D7-FBDF-5FCF-2DC0-B1A227FC2754}"/>
          </ac:picMkLst>
        </pc:picChg>
      </pc:sldChg>
      <pc:sldChg chg="addSp modSp new">
        <pc:chgData name="Diego Guerra" userId="e5485e67c0fdf257" providerId="Windows Live" clId="Web-{BD360DD3-7278-DE04-45A1-C7F5E7083264}" dt="2026-04-06T19:34:34.667" v="24" actId="20577"/>
        <pc:sldMkLst>
          <pc:docMk/>
          <pc:sldMk cId="1835866199" sldId="259"/>
        </pc:sldMkLst>
        <pc:spChg chg="mod">
          <ac:chgData name="Diego Guerra" userId="e5485e67c0fdf257" providerId="Windows Live" clId="Web-{BD360DD3-7278-DE04-45A1-C7F5E7083264}" dt="2026-04-06T19:34:34.667" v="24" actId="20577"/>
          <ac:spMkLst>
            <pc:docMk/>
            <pc:sldMk cId="1835866199" sldId="259"/>
            <ac:spMk id="2" creationId="{19210E96-1A4C-468E-0C3F-9E613474023E}"/>
          </ac:spMkLst>
        </pc:spChg>
        <pc:spChg chg="mod">
          <ac:chgData name="Diego Guerra" userId="e5485e67c0fdf257" providerId="Windows Live" clId="Web-{BD360DD3-7278-DE04-45A1-C7F5E7083264}" dt="2026-04-06T19:34:22.073" v="19" actId="20577"/>
          <ac:spMkLst>
            <pc:docMk/>
            <pc:sldMk cId="1835866199" sldId="259"/>
            <ac:spMk id="3" creationId="{12469510-9741-48D2-608A-31EBC86C6A40}"/>
          </ac:spMkLst>
        </pc:spChg>
        <pc:picChg chg="add mod">
          <ac:chgData name="Diego Guerra" userId="e5485e67c0fdf257" providerId="Windows Live" clId="Web-{BD360DD3-7278-DE04-45A1-C7F5E7083264}" dt="2026-04-06T19:34:30.949" v="22" actId="1076"/>
          <ac:picMkLst>
            <pc:docMk/>
            <pc:sldMk cId="1835866199" sldId="259"/>
            <ac:picMk id="4" creationId="{02FAE1C0-AF4F-A2D9-164F-4642CC08C399}"/>
          </ac:picMkLst>
        </pc:picChg>
      </pc:sldChg>
      <pc:sldChg chg="addSp modSp new">
        <pc:chgData name="Diego Guerra" userId="e5485e67c0fdf257" providerId="Windows Live" clId="Web-{BD360DD3-7278-DE04-45A1-C7F5E7083264}" dt="2026-04-06T19:35:47.841" v="45" actId="20577"/>
        <pc:sldMkLst>
          <pc:docMk/>
          <pc:sldMk cId="2344886475" sldId="260"/>
        </pc:sldMkLst>
        <pc:spChg chg="mod">
          <ac:chgData name="Diego Guerra" userId="e5485e67c0fdf257" providerId="Windows Live" clId="Web-{BD360DD3-7278-DE04-45A1-C7F5E7083264}" dt="2026-04-06T19:35:43.200" v="44" actId="20577"/>
          <ac:spMkLst>
            <pc:docMk/>
            <pc:sldMk cId="2344886475" sldId="260"/>
            <ac:spMk id="2" creationId="{604B624B-BB92-AC5F-FF60-FB620226B7BF}"/>
          </ac:spMkLst>
        </pc:spChg>
        <pc:spChg chg="mod">
          <ac:chgData name="Diego Guerra" userId="e5485e67c0fdf257" providerId="Windows Live" clId="Web-{BD360DD3-7278-DE04-45A1-C7F5E7083264}" dt="2026-04-06T19:35:47.841" v="45" actId="20577"/>
          <ac:spMkLst>
            <pc:docMk/>
            <pc:sldMk cId="2344886475" sldId="260"/>
            <ac:spMk id="3" creationId="{E9647E03-EBEF-BE68-A4DF-DA2997AB3C46}"/>
          </ac:spMkLst>
        </pc:spChg>
        <pc:graphicFrameChg chg="add mod modGraphic">
          <ac:chgData name="Diego Guerra" userId="e5485e67c0fdf257" providerId="Windows Live" clId="Web-{BD360DD3-7278-DE04-45A1-C7F5E7083264}" dt="2026-04-06T19:35:36.997" v="33" actId="1076"/>
          <ac:graphicFrameMkLst>
            <pc:docMk/>
            <pc:sldMk cId="2344886475" sldId="260"/>
            <ac:graphicFrameMk id="5" creationId="{547AAC0B-C665-F1AD-511D-B009CF030967}"/>
          </ac:graphicFrameMkLst>
        </pc:graphicFrameChg>
      </pc:sldChg>
      <pc:sldChg chg="addSp modSp new">
        <pc:chgData name="Diego Guerra" userId="e5485e67c0fdf257" providerId="Windows Live" clId="Web-{BD360DD3-7278-DE04-45A1-C7F5E7083264}" dt="2026-04-06T19:40:44.219" v="58" actId="1076"/>
        <pc:sldMkLst>
          <pc:docMk/>
          <pc:sldMk cId="4012389440" sldId="261"/>
        </pc:sldMkLst>
        <pc:spChg chg="mod">
          <ac:chgData name="Diego Guerra" userId="e5485e67c0fdf257" providerId="Windows Live" clId="Web-{BD360DD3-7278-DE04-45A1-C7F5E7083264}" dt="2026-04-06T19:36:10.528" v="49" actId="20577"/>
          <ac:spMkLst>
            <pc:docMk/>
            <pc:sldMk cId="4012389440" sldId="261"/>
            <ac:spMk id="2" creationId="{4C40F484-C9B8-B318-D6DA-042F6107BEA0}"/>
          </ac:spMkLst>
        </pc:spChg>
        <pc:spChg chg="mod">
          <ac:chgData name="Diego Guerra" userId="e5485e67c0fdf257" providerId="Windows Live" clId="Web-{BD360DD3-7278-DE04-45A1-C7F5E7083264}" dt="2026-04-06T19:36:35.951" v="57" actId="20577"/>
          <ac:spMkLst>
            <pc:docMk/>
            <pc:sldMk cId="4012389440" sldId="261"/>
            <ac:spMk id="3" creationId="{EA12CA98-CFFD-F236-AAFA-29F22183C928}"/>
          </ac:spMkLst>
        </pc:spChg>
        <pc:picChg chg="add mod">
          <ac:chgData name="Diego Guerra" userId="e5485e67c0fdf257" providerId="Windows Live" clId="Web-{BD360DD3-7278-DE04-45A1-C7F5E7083264}" dt="2026-04-06T19:40:44.219" v="58" actId="1076"/>
          <ac:picMkLst>
            <pc:docMk/>
            <pc:sldMk cId="4012389440" sldId="261"/>
            <ac:picMk id="4" creationId="{A32C4836-2C73-091D-BFCD-DFDFA57BE545}"/>
          </ac:picMkLst>
        </pc:picChg>
      </pc:sldChg>
      <pc:sldChg chg="addSp modSp new">
        <pc:chgData name="Diego Guerra" userId="e5485e67c0fdf257" providerId="Windows Live" clId="Web-{BD360DD3-7278-DE04-45A1-C7F5E7083264}" dt="2026-04-06T19:43:03.985" v="77" actId="1076"/>
        <pc:sldMkLst>
          <pc:docMk/>
          <pc:sldMk cId="1661438042" sldId="262"/>
        </pc:sldMkLst>
        <pc:spChg chg="mod">
          <ac:chgData name="Diego Guerra" userId="e5485e67c0fdf257" providerId="Windows Live" clId="Web-{BD360DD3-7278-DE04-45A1-C7F5E7083264}" dt="2026-04-06T19:41:31.813" v="65" actId="20577"/>
          <ac:spMkLst>
            <pc:docMk/>
            <pc:sldMk cId="1661438042" sldId="262"/>
            <ac:spMk id="2" creationId="{D407495B-353A-7E85-114C-9D949EACB9AE}"/>
          </ac:spMkLst>
        </pc:spChg>
        <pc:spChg chg="mod">
          <ac:chgData name="Diego Guerra" userId="e5485e67c0fdf257" providerId="Windows Live" clId="Web-{BD360DD3-7278-DE04-45A1-C7F5E7083264}" dt="2026-04-06T19:42:48.594" v="71" actId="20577"/>
          <ac:spMkLst>
            <pc:docMk/>
            <pc:sldMk cId="1661438042" sldId="262"/>
            <ac:spMk id="3" creationId="{339BD461-A917-A684-D82E-E96C9B22D927}"/>
          </ac:spMkLst>
        </pc:spChg>
        <pc:picChg chg="add mod">
          <ac:chgData name="Diego Guerra" userId="e5485e67c0fdf257" providerId="Windows Live" clId="Web-{BD360DD3-7278-DE04-45A1-C7F5E7083264}" dt="2026-04-06T19:43:03.985" v="77" actId="1076"/>
          <ac:picMkLst>
            <pc:docMk/>
            <pc:sldMk cId="1661438042" sldId="262"/>
            <ac:picMk id="4" creationId="{9212C990-4CA5-A75B-740B-AA47F2FABA5C}"/>
          </ac:picMkLst>
        </pc:picChg>
      </pc:sldChg>
      <pc:sldChg chg="addSp delSp modSp new">
        <pc:chgData name="Diego Guerra" userId="e5485e67c0fdf257" providerId="Windows Live" clId="Web-{BD360DD3-7278-DE04-45A1-C7F5E7083264}" dt="2026-04-06T20:01:00.978" v="232" actId="1076"/>
        <pc:sldMkLst>
          <pc:docMk/>
          <pc:sldMk cId="768948663" sldId="263"/>
        </pc:sldMkLst>
        <pc:spChg chg="mod">
          <ac:chgData name="Diego Guerra" userId="e5485e67c0fdf257" providerId="Windows Live" clId="Web-{BD360DD3-7278-DE04-45A1-C7F5E7083264}" dt="2026-04-06T19:44:36.408" v="88" actId="20577"/>
          <ac:spMkLst>
            <pc:docMk/>
            <pc:sldMk cId="768948663" sldId="263"/>
            <ac:spMk id="2" creationId="{3AA8C8FE-8F11-D6FA-8B41-752793BDF03C}"/>
          </ac:spMkLst>
        </pc:spChg>
        <pc:spChg chg="del">
          <ac:chgData name="Diego Guerra" userId="e5485e67c0fdf257" providerId="Windows Live" clId="Web-{BD360DD3-7278-DE04-45A1-C7F5E7083264}" dt="2026-04-06T19:44:17.267" v="79"/>
          <ac:spMkLst>
            <pc:docMk/>
            <pc:sldMk cId="768948663" sldId="263"/>
            <ac:spMk id="3" creationId="{6E474E2A-A2B3-E099-3845-C7384504B1C4}"/>
          </ac:spMkLst>
        </pc:spChg>
        <pc:picChg chg="add mod ord">
          <ac:chgData name="Diego Guerra" userId="e5485e67c0fdf257" providerId="Windows Live" clId="Web-{BD360DD3-7278-DE04-45A1-C7F5E7083264}" dt="2026-04-06T20:01:00.978" v="232" actId="1076"/>
          <ac:picMkLst>
            <pc:docMk/>
            <pc:sldMk cId="768948663" sldId="263"/>
            <ac:picMk id="4" creationId="{C1328921-688D-14ED-AB18-9B1C6CDA71B6}"/>
          </ac:picMkLst>
        </pc:picChg>
      </pc:sldChg>
      <pc:sldChg chg="addSp delSp modSp add replId">
        <pc:chgData name="Diego Guerra" userId="e5485e67c0fdf257" providerId="Windows Live" clId="Web-{BD360DD3-7278-DE04-45A1-C7F5E7083264}" dt="2026-04-06T19:45:27.814" v="93" actId="1076"/>
        <pc:sldMkLst>
          <pc:docMk/>
          <pc:sldMk cId="2263693089" sldId="264"/>
        </pc:sldMkLst>
        <pc:spChg chg="add del mod">
          <ac:chgData name="Diego Guerra" userId="e5485e67c0fdf257" providerId="Windows Live" clId="Web-{BD360DD3-7278-DE04-45A1-C7F5E7083264}" dt="2026-04-06T19:45:16.283" v="91"/>
          <ac:spMkLst>
            <pc:docMk/>
            <pc:sldMk cId="2263693089" sldId="264"/>
            <ac:spMk id="5" creationId="{E0C9A68F-7831-2FC1-C9D8-C578EF9104FB}"/>
          </ac:spMkLst>
        </pc:spChg>
        <pc:picChg chg="del">
          <ac:chgData name="Diego Guerra" userId="e5485e67c0fdf257" providerId="Windows Live" clId="Web-{BD360DD3-7278-DE04-45A1-C7F5E7083264}" dt="2026-04-06T19:45:14.595" v="90"/>
          <ac:picMkLst>
            <pc:docMk/>
            <pc:sldMk cId="2263693089" sldId="264"/>
            <ac:picMk id="4" creationId="{A6364E50-0809-50CD-AE4F-1F0D8C883509}"/>
          </ac:picMkLst>
        </pc:picChg>
        <pc:picChg chg="add mod ord">
          <ac:chgData name="Diego Guerra" userId="e5485e67c0fdf257" providerId="Windows Live" clId="Web-{BD360DD3-7278-DE04-45A1-C7F5E7083264}" dt="2026-04-06T19:45:27.814" v="93" actId="1076"/>
          <ac:picMkLst>
            <pc:docMk/>
            <pc:sldMk cId="2263693089" sldId="264"/>
            <ac:picMk id="6" creationId="{1DE93EE2-4483-2A11-0CF0-A600FF7EF9DF}"/>
          </ac:picMkLst>
        </pc:picChg>
      </pc:sldChg>
      <pc:sldChg chg="addSp delSp modSp new">
        <pc:chgData name="Diego Guerra" userId="e5485e67c0fdf257" providerId="Windows Live" clId="Web-{BD360DD3-7278-DE04-45A1-C7F5E7083264}" dt="2026-04-06T19:49:37.424" v="109" actId="1076"/>
        <pc:sldMkLst>
          <pc:docMk/>
          <pc:sldMk cId="407292400" sldId="265"/>
        </pc:sldMkLst>
        <pc:spChg chg="mod">
          <ac:chgData name="Diego Guerra" userId="e5485e67c0fdf257" providerId="Windows Live" clId="Web-{BD360DD3-7278-DE04-45A1-C7F5E7083264}" dt="2026-04-06T19:49:01.080" v="99" actId="20577"/>
          <ac:spMkLst>
            <pc:docMk/>
            <pc:sldMk cId="407292400" sldId="265"/>
            <ac:spMk id="2" creationId="{DD0352DA-A432-5492-68AD-20A720EE15CD}"/>
          </ac:spMkLst>
        </pc:spChg>
        <pc:spChg chg="del">
          <ac:chgData name="Diego Guerra" userId="e5485e67c0fdf257" providerId="Windows Live" clId="Web-{BD360DD3-7278-DE04-45A1-C7F5E7083264}" dt="2026-04-06T19:49:03.080" v="100"/>
          <ac:spMkLst>
            <pc:docMk/>
            <pc:sldMk cId="407292400" sldId="265"/>
            <ac:spMk id="3" creationId="{2C0DEE4F-177B-6D3C-D619-0E1296232756}"/>
          </ac:spMkLst>
        </pc:spChg>
        <pc:picChg chg="add mod ord">
          <ac:chgData name="Diego Guerra" userId="e5485e67c0fdf257" providerId="Windows Live" clId="Web-{BD360DD3-7278-DE04-45A1-C7F5E7083264}" dt="2026-04-06T19:49:37.424" v="109" actId="1076"/>
          <ac:picMkLst>
            <pc:docMk/>
            <pc:sldMk cId="407292400" sldId="265"/>
            <ac:picMk id="4" creationId="{7877DA2D-5D30-0EFA-CD59-390D56F1A667}"/>
          </ac:picMkLst>
        </pc:picChg>
        <pc:picChg chg="add mod">
          <ac:chgData name="Diego Guerra" userId="e5485e67c0fdf257" providerId="Windows Live" clId="Web-{BD360DD3-7278-DE04-45A1-C7F5E7083264}" dt="2026-04-06T19:49:35.768" v="108" actId="1076"/>
          <ac:picMkLst>
            <pc:docMk/>
            <pc:sldMk cId="407292400" sldId="265"/>
            <ac:picMk id="5" creationId="{9F54CD9C-E04D-482A-C5A0-368F1474C4E3}"/>
          </ac:picMkLst>
        </pc:picChg>
      </pc:sldChg>
      <pc:sldChg chg="addSp delSp modSp add replId">
        <pc:chgData name="Diego Guerra" userId="e5485e67c0fdf257" providerId="Windows Live" clId="Web-{BD360DD3-7278-DE04-45A1-C7F5E7083264}" dt="2026-04-06T19:50:37.190" v="122" actId="1076"/>
        <pc:sldMkLst>
          <pc:docMk/>
          <pc:sldMk cId="3440104447" sldId="266"/>
        </pc:sldMkLst>
        <pc:spChg chg="add del mod">
          <ac:chgData name="Diego Guerra" userId="e5485e67c0fdf257" providerId="Windows Live" clId="Web-{BD360DD3-7278-DE04-45A1-C7F5E7083264}" dt="2026-04-06T19:49:56.502" v="113"/>
          <ac:spMkLst>
            <pc:docMk/>
            <pc:sldMk cId="3440104447" sldId="266"/>
            <ac:spMk id="6" creationId="{578D5476-1114-DF8A-BE5F-99D531D6E957}"/>
          </ac:spMkLst>
        </pc:spChg>
        <pc:picChg chg="del">
          <ac:chgData name="Diego Guerra" userId="e5485e67c0fdf257" providerId="Windows Live" clId="Web-{BD360DD3-7278-DE04-45A1-C7F5E7083264}" dt="2026-04-06T19:49:54.049" v="111"/>
          <ac:picMkLst>
            <pc:docMk/>
            <pc:sldMk cId="3440104447" sldId="266"/>
            <ac:picMk id="4" creationId="{DEDFE6B0-BE68-10FB-C710-BF5CF4835CAA}"/>
          </ac:picMkLst>
        </pc:picChg>
        <pc:picChg chg="del">
          <ac:chgData name="Diego Guerra" userId="e5485e67c0fdf257" providerId="Windows Live" clId="Web-{BD360DD3-7278-DE04-45A1-C7F5E7083264}" dt="2026-04-06T19:49:55.252" v="112"/>
          <ac:picMkLst>
            <pc:docMk/>
            <pc:sldMk cId="3440104447" sldId="266"/>
            <ac:picMk id="5" creationId="{72F01610-2530-A4C3-3A43-6C6F8B9FC2BE}"/>
          </ac:picMkLst>
        </pc:picChg>
        <pc:picChg chg="add mod ord">
          <ac:chgData name="Diego Guerra" userId="e5485e67c0fdf257" providerId="Windows Live" clId="Web-{BD360DD3-7278-DE04-45A1-C7F5E7083264}" dt="2026-04-06T19:50:33.096" v="121" actId="1076"/>
          <ac:picMkLst>
            <pc:docMk/>
            <pc:sldMk cId="3440104447" sldId="266"/>
            <ac:picMk id="7" creationId="{B1583A0E-BED0-88AC-80B0-34AA1E1D7E4C}"/>
          </ac:picMkLst>
        </pc:picChg>
        <pc:picChg chg="add mod">
          <ac:chgData name="Diego Guerra" userId="e5485e67c0fdf257" providerId="Windows Live" clId="Web-{BD360DD3-7278-DE04-45A1-C7F5E7083264}" dt="2026-04-06T19:50:37.190" v="122" actId="1076"/>
          <ac:picMkLst>
            <pc:docMk/>
            <pc:sldMk cId="3440104447" sldId="266"/>
            <ac:picMk id="8" creationId="{8B70EC87-EBFF-F9BD-FD48-6390D61C3E0F}"/>
          </ac:picMkLst>
        </pc:picChg>
      </pc:sldChg>
      <pc:sldChg chg="addSp delSp modSp new">
        <pc:chgData name="Diego Guerra" userId="e5485e67c0fdf257" providerId="Windows Live" clId="Web-{BD360DD3-7278-DE04-45A1-C7F5E7083264}" dt="2026-04-06T19:52:46.849" v="152" actId="1076"/>
        <pc:sldMkLst>
          <pc:docMk/>
          <pc:sldMk cId="4143911091" sldId="267"/>
        </pc:sldMkLst>
        <pc:spChg chg="mod">
          <ac:chgData name="Diego Guerra" userId="e5485e67c0fdf257" providerId="Windows Live" clId="Web-{BD360DD3-7278-DE04-45A1-C7F5E7083264}" dt="2026-04-06T19:50:54.096" v="127" actId="20577"/>
          <ac:spMkLst>
            <pc:docMk/>
            <pc:sldMk cId="4143911091" sldId="267"/>
            <ac:spMk id="2" creationId="{60AB591B-0EA3-2B12-B7FA-612DD39381C8}"/>
          </ac:spMkLst>
        </pc:spChg>
        <pc:spChg chg="del">
          <ac:chgData name="Diego Guerra" userId="e5485e67c0fdf257" providerId="Windows Live" clId="Web-{BD360DD3-7278-DE04-45A1-C7F5E7083264}" dt="2026-04-06T19:51:49.363" v="128"/>
          <ac:spMkLst>
            <pc:docMk/>
            <pc:sldMk cId="4143911091" sldId="267"/>
            <ac:spMk id="3" creationId="{7C28F7FE-668A-BCE5-881A-E098615BCA99}"/>
          </ac:spMkLst>
        </pc:spChg>
        <pc:spChg chg="add mod">
          <ac:chgData name="Diego Guerra" userId="e5485e67c0fdf257" providerId="Windows Live" clId="Web-{BD360DD3-7278-DE04-45A1-C7F5E7083264}" dt="2026-04-06T19:52:43.192" v="151" actId="1076"/>
          <ac:spMkLst>
            <pc:docMk/>
            <pc:sldMk cId="4143911091" sldId="267"/>
            <ac:spMk id="5" creationId="{5688DD8F-ACB9-27CF-A259-3DBA9DAB56EE}"/>
          </ac:spMkLst>
        </pc:spChg>
        <pc:picChg chg="add mod ord">
          <ac:chgData name="Diego Guerra" userId="e5485e67c0fdf257" providerId="Windows Live" clId="Web-{BD360DD3-7278-DE04-45A1-C7F5E7083264}" dt="2026-04-06T19:52:46.849" v="152" actId="1076"/>
          <ac:picMkLst>
            <pc:docMk/>
            <pc:sldMk cId="4143911091" sldId="267"/>
            <ac:picMk id="4" creationId="{A8F6E31E-86BD-1532-8FB1-9E04847D3F8D}"/>
          </ac:picMkLst>
        </pc:picChg>
      </pc:sldChg>
      <pc:sldChg chg="addSp modSp new">
        <pc:chgData name="Diego Guerra" userId="e5485e67c0fdf257" providerId="Windows Live" clId="Web-{BD360DD3-7278-DE04-45A1-C7F5E7083264}" dt="2026-04-06T19:57:48.602" v="208" actId="1076"/>
        <pc:sldMkLst>
          <pc:docMk/>
          <pc:sldMk cId="1222166954" sldId="268"/>
        </pc:sldMkLst>
        <pc:spChg chg="mod">
          <ac:chgData name="Diego Guerra" userId="e5485e67c0fdf257" providerId="Windows Live" clId="Web-{BD360DD3-7278-DE04-45A1-C7F5E7083264}" dt="2026-04-06T19:53:56.068" v="165" actId="20577"/>
          <ac:spMkLst>
            <pc:docMk/>
            <pc:sldMk cId="1222166954" sldId="268"/>
            <ac:spMk id="2" creationId="{AC5E7BC1-720F-3849-6030-F2D1F6292DDC}"/>
          </ac:spMkLst>
        </pc:spChg>
        <pc:spChg chg="mod">
          <ac:chgData name="Diego Guerra" userId="e5485e67c0fdf257" providerId="Windows Live" clId="Web-{BD360DD3-7278-DE04-45A1-C7F5E7083264}" dt="2026-04-06T19:53:38.115" v="159" actId="20577"/>
          <ac:spMkLst>
            <pc:docMk/>
            <pc:sldMk cId="1222166954" sldId="268"/>
            <ac:spMk id="3" creationId="{5AD2C321-8E97-3078-A71A-E693A8233B0A}"/>
          </ac:spMkLst>
        </pc:spChg>
        <pc:spChg chg="add">
          <ac:chgData name="Diego Guerra" userId="e5485e67c0fdf257" providerId="Windows Live" clId="Web-{BD360DD3-7278-DE04-45A1-C7F5E7083264}" dt="2026-04-06T19:57:41.149" v="207"/>
          <ac:spMkLst>
            <pc:docMk/>
            <pc:sldMk cId="1222166954" sldId="268"/>
            <ac:spMk id="8" creationId="{61A07D62-F697-9316-EDFC-88915B106E3D}"/>
          </ac:spMkLst>
        </pc:spChg>
        <pc:picChg chg="add mod">
          <ac:chgData name="Diego Guerra" userId="e5485e67c0fdf257" providerId="Windows Live" clId="Web-{BD360DD3-7278-DE04-45A1-C7F5E7083264}" dt="2026-04-06T19:57:48.602" v="208" actId="1076"/>
          <ac:picMkLst>
            <pc:docMk/>
            <pc:sldMk cId="1222166954" sldId="268"/>
            <ac:picMk id="4" creationId="{96930243-477F-DE65-29FD-0B4A8BEEF889}"/>
          </ac:picMkLst>
        </pc:picChg>
        <pc:picChg chg="add">
          <ac:chgData name="Diego Guerra" userId="e5485e67c0fdf257" providerId="Windows Live" clId="Web-{BD360DD3-7278-DE04-45A1-C7F5E7083264}" dt="2026-04-06T19:57:41.149" v="206"/>
          <ac:picMkLst>
            <pc:docMk/>
            <pc:sldMk cId="1222166954" sldId="268"/>
            <ac:picMk id="6" creationId="{34D8FEF7-1AF0-F545-DE1F-E9C40621BDA3}"/>
          </ac:picMkLst>
        </pc:picChg>
      </pc:sldChg>
      <pc:sldChg chg="addSp delSp modSp new">
        <pc:chgData name="Diego Guerra" userId="e5485e67c0fdf257" providerId="Windows Live" clId="Web-{BD360DD3-7278-DE04-45A1-C7F5E7083264}" dt="2026-04-06T19:58:00.118" v="211" actId="1076"/>
        <pc:sldMkLst>
          <pc:docMk/>
          <pc:sldMk cId="4069195030" sldId="269"/>
        </pc:sldMkLst>
        <pc:spChg chg="mod">
          <ac:chgData name="Diego Guerra" userId="e5485e67c0fdf257" providerId="Windows Live" clId="Web-{BD360DD3-7278-DE04-45A1-C7F5E7083264}" dt="2026-04-06T19:54:25.459" v="169" actId="20577"/>
          <ac:spMkLst>
            <pc:docMk/>
            <pc:sldMk cId="4069195030" sldId="269"/>
            <ac:spMk id="2" creationId="{D0157E1B-C867-73AC-0C83-A52497D11024}"/>
          </ac:spMkLst>
        </pc:spChg>
        <pc:spChg chg="del">
          <ac:chgData name="Diego Guerra" userId="e5485e67c0fdf257" providerId="Windows Live" clId="Web-{BD360DD3-7278-DE04-45A1-C7F5E7083264}" dt="2026-04-06T19:54:26.303" v="170"/>
          <ac:spMkLst>
            <pc:docMk/>
            <pc:sldMk cId="4069195030" sldId="269"/>
            <ac:spMk id="3" creationId="{DF981DD8-3C70-F4F9-E33F-19BAD685665E}"/>
          </ac:spMkLst>
        </pc:spChg>
        <pc:spChg chg="add mod">
          <ac:chgData name="Diego Guerra" userId="e5485e67c0fdf257" providerId="Windows Live" clId="Web-{BD360DD3-7278-DE04-45A1-C7F5E7083264}" dt="2026-04-06T19:55:39.476" v="181" actId="20577"/>
          <ac:spMkLst>
            <pc:docMk/>
            <pc:sldMk cId="4069195030" sldId="269"/>
            <ac:spMk id="5" creationId="{2453AA78-6E44-F354-B6B2-2FA6853FDD93}"/>
          </ac:spMkLst>
        </pc:spChg>
        <pc:spChg chg="add del mod">
          <ac:chgData name="Diego Guerra" userId="e5485e67c0fdf257" providerId="Windows Live" clId="Web-{BD360DD3-7278-DE04-45A1-C7F5E7083264}" dt="2026-04-06T19:57:54.727" v="209"/>
          <ac:spMkLst>
            <pc:docMk/>
            <pc:sldMk cId="4069195030" sldId="269"/>
            <ac:spMk id="7" creationId="{316AD996-BF0B-FEB9-76B9-CB8A4BA459F4}"/>
          </ac:spMkLst>
        </pc:spChg>
        <pc:picChg chg="add mod ord">
          <ac:chgData name="Diego Guerra" userId="e5485e67c0fdf257" providerId="Windows Live" clId="Web-{BD360DD3-7278-DE04-45A1-C7F5E7083264}" dt="2026-04-06T19:58:00.118" v="211" actId="1076"/>
          <ac:picMkLst>
            <pc:docMk/>
            <pc:sldMk cId="4069195030" sldId="269"/>
            <ac:picMk id="4" creationId="{5D5E1687-F871-17DF-9777-6351757BAD0E}"/>
          </ac:picMkLst>
        </pc:picChg>
        <pc:picChg chg="add del mod">
          <ac:chgData name="Diego Guerra" userId="e5485e67c0fdf257" providerId="Windows Live" clId="Web-{BD360DD3-7278-DE04-45A1-C7F5E7083264}" dt="2026-04-06T19:57:55.336" v="210"/>
          <ac:picMkLst>
            <pc:docMk/>
            <pc:sldMk cId="4069195030" sldId="269"/>
            <ac:picMk id="6" creationId="{3CB6139A-5C36-AB18-5281-DE62D1CDC7DB}"/>
          </ac:picMkLst>
        </pc:picChg>
      </pc:sldChg>
      <pc:sldChg chg="addSp delSp modSp new">
        <pc:chgData name="Diego Guerra" userId="e5485e67c0fdf257" providerId="Windows Live" clId="Web-{BD360DD3-7278-DE04-45A1-C7F5E7083264}" dt="2026-04-06T20:00:24.040" v="231" actId="1076"/>
        <pc:sldMkLst>
          <pc:docMk/>
          <pc:sldMk cId="2048703515" sldId="270"/>
        </pc:sldMkLst>
        <pc:spChg chg="mod">
          <ac:chgData name="Diego Guerra" userId="e5485e67c0fdf257" providerId="Windows Live" clId="Web-{BD360DD3-7278-DE04-45A1-C7F5E7083264}" dt="2026-04-06T19:59:47.415" v="228" actId="20577"/>
          <ac:spMkLst>
            <pc:docMk/>
            <pc:sldMk cId="2048703515" sldId="270"/>
            <ac:spMk id="2" creationId="{7212AD3A-4CFC-1655-3EF6-C3E0D5B847F9}"/>
          </ac:spMkLst>
        </pc:spChg>
        <pc:spChg chg="del">
          <ac:chgData name="Diego Guerra" userId="e5485e67c0fdf257" providerId="Windows Live" clId="Web-{BD360DD3-7278-DE04-45A1-C7F5E7083264}" dt="2026-04-06T19:58:29.540" v="213"/>
          <ac:spMkLst>
            <pc:docMk/>
            <pc:sldMk cId="2048703515" sldId="270"/>
            <ac:spMk id="3" creationId="{7FEBCE09-29D1-4CFA-53E6-D7186818EE92}"/>
          </ac:spMkLst>
        </pc:spChg>
        <pc:spChg chg="add mod">
          <ac:chgData name="Diego Guerra" userId="e5485e67c0fdf257" providerId="Windows Live" clId="Web-{BD360DD3-7278-DE04-45A1-C7F5E7083264}" dt="2026-04-06T20:00:21.321" v="230" actId="1076"/>
          <ac:spMkLst>
            <pc:docMk/>
            <pc:sldMk cId="2048703515" sldId="270"/>
            <ac:spMk id="5" creationId="{38A3AD13-E73D-E8AC-80CF-6DC485728B22}"/>
          </ac:spMkLst>
        </pc:spChg>
        <pc:picChg chg="add mod ord">
          <ac:chgData name="Diego Guerra" userId="e5485e67c0fdf257" providerId="Windows Live" clId="Web-{BD360DD3-7278-DE04-45A1-C7F5E7083264}" dt="2026-04-06T20:00:24.040" v="231" actId="1076"/>
          <ac:picMkLst>
            <pc:docMk/>
            <pc:sldMk cId="2048703515" sldId="270"/>
            <ac:picMk id="4" creationId="{0FBDA3EB-728D-F5E7-92BD-7AF62AEA31D5}"/>
          </ac:picMkLst>
        </pc:picChg>
      </pc:sldChg>
      <pc:sldMasterChg chg="del delSldLayout">
        <pc:chgData name="Diego Guerra" userId="e5485e67c0fdf257" providerId="Windows Live" clId="Web-{BD360DD3-7278-DE04-45A1-C7F5E7083264}" dt="2026-04-06T19:32:34.166" v="9"/>
        <pc:sldMasterMkLst>
          <pc:docMk/>
          <pc:sldMasterMk cId="2675746937" sldId="2147483648"/>
        </pc:sldMasterMkLst>
        <pc:sldLayoutChg chg="del">
          <pc:chgData name="Diego Guerra" userId="e5485e67c0fdf257" providerId="Windows Live" clId="Web-{BD360DD3-7278-DE04-45A1-C7F5E7083264}" dt="2026-04-06T19:32:34.166" v="9"/>
          <pc:sldLayoutMkLst>
            <pc:docMk/>
            <pc:sldMasterMk cId="2675746937" sldId="2147483648"/>
            <pc:sldLayoutMk cId="877683876" sldId="2147483649"/>
          </pc:sldLayoutMkLst>
        </pc:sldLayoutChg>
        <pc:sldLayoutChg chg="del">
          <pc:chgData name="Diego Guerra" userId="e5485e67c0fdf257" providerId="Windows Live" clId="Web-{BD360DD3-7278-DE04-45A1-C7F5E7083264}" dt="2026-04-06T19:32:34.166" v="9"/>
          <pc:sldLayoutMkLst>
            <pc:docMk/>
            <pc:sldMasterMk cId="2675746937" sldId="2147483648"/>
            <pc:sldLayoutMk cId="314005268" sldId="2147483650"/>
          </pc:sldLayoutMkLst>
        </pc:sldLayoutChg>
        <pc:sldLayoutChg chg="del">
          <pc:chgData name="Diego Guerra" userId="e5485e67c0fdf257" providerId="Windows Live" clId="Web-{BD360DD3-7278-DE04-45A1-C7F5E7083264}" dt="2026-04-06T19:32:34.166" v="9"/>
          <pc:sldLayoutMkLst>
            <pc:docMk/>
            <pc:sldMasterMk cId="2675746937" sldId="2147483648"/>
            <pc:sldLayoutMk cId="3781375764" sldId="2147483651"/>
          </pc:sldLayoutMkLst>
        </pc:sldLayoutChg>
        <pc:sldLayoutChg chg="del">
          <pc:chgData name="Diego Guerra" userId="e5485e67c0fdf257" providerId="Windows Live" clId="Web-{BD360DD3-7278-DE04-45A1-C7F5E7083264}" dt="2026-04-06T19:32:34.166" v="9"/>
          <pc:sldLayoutMkLst>
            <pc:docMk/>
            <pc:sldMasterMk cId="2675746937" sldId="2147483648"/>
            <pc:sldLayoutMk cId="2124613824" sldId="2147483652"/>
          </pc:sldLayoutMkLst>
        </pc:sldLayoutChg>
        <pc:sldLayoutChg chg="del">
          <pc:chgData name="Diego Guerra" userId="e5485e67c0fdf257" providerId="Windows Live" clId="Web-{BD360DD3-7278-DE04-45A1-C7F5E7083264}" dt="2026-04-06T19:32:34.166" v="9"/>
          <pc:sldLayoutMkLst>
            <pc:docMk/>
            <pc:sldMasterMk cId="2675746937" sldId="2147483648"/>
            <pc:sldLayoutMk cId="3694421058" sldId="2147483653"/>
          </pc:sldLayoutMkLst>
        </pc:sldLayoutChg>
        <pc:sldLayoutChg chg="del">
          <pc:chgData name="Diego Guerra" userId="e5485e67c0fdf257" providerId="Windows Live" clId="Web-{BD360DD3-7278-DE04-45A1-C7F5E7083264}" dt="2026-04-06T19:32:34.166" v="9"/>
          <pc:sldLayoutMkLst>
            <pc:docMk/>
            <pc:sldMasterMk cId="2675746937" sldId="2147483648"/>
            <pc:sldLayoutMk cId="3108533492" sldId="2147483654"/>
          </pc:sldLayoutMkLst>
        </pc:sldLayoutChg>
        <pc:sldLayoutChg chg="del">
          <pc:chgData name="Diego Guerra" userId="e5485e67c0fdf257" providerId="Windows Live" clId="Web-{BD360DD3-7278-DE04-45A1-C7F5E7083264}" dt="2026-04-06T19:32:34.166" v="9"/>
          <pc:sldLayoutMkLst>
            <pc:docMk/>
            <pc:sldMasterMk cId="2675746937" sldId="2147483648"/>
            <pc:sldLayoutMk cId="578281579" sldId="2147483655"/>
          </pc:sldLayoutMkLst>
        </pc:sldLayoutChg>
        <pc:sldLayoutChg chg="del">
          <pc:chgData name="Diego Guerra" userId="e5485e67c0fdf257" providerId="Windows Live" clId="Web-{BD360DD3-7278-DE04-45A1-C7F5E7083264}" dt="2026-04-06T19:32:34.166" v="9"/>
          <pc:sldLayoutMkLst>
            <pc:docMk/>
            <pc:sldMasterMk cId="2675746937" sldId="2147483648"/>
            <pc:sldLayoutMk cId="2217836567" sldId="2147483656"/>
          </pc:sldLayoutMkLst>
        </pc:sldLayoutChg>
        <pc:sldLayoutChg chg="del">
          <pc:chgData name="Diego Guerra" userId="e5485e67c0fdf257" providerId="Windows Live" clId="Web-{BD360DD3-7278-DE04-45A1-C7F5E7083264}" dt="2026-04-06T19:32:34.166" v="9"/>
          <pc:sldLayoutMkLst>
            <pc:docMk/>
            <pc:sldMasterMk cId="2675746937" sldId="2147483648"/>
            <pc:sldLayoutMk cId="2245566346" sldId="2147483657"/>
          </pc:sldLayoutMkLst>
        </pc:sldLayoutChg>
        <pc:sldLayoutChg chg="del">
          <pc:chgData name="Diego Guerra" userId="e5485e67c0fdf257" providerId="Windows Live" clId="Web-{BD360DD3-7278-DE04-45A1-C7F5E7083264}" dt="2026-04-06T19:32:34.166" v="9"/>
          <pc:sldLayoutMkLst>
            <pc:docMk/>
            <pc:sldMasterMk cId="2675746937" sldId="2147483648"/>
            <pc:sldLayoutMk cId="746588027" sldId="2147483658"/>
          </pc:sldLayoutMkLst>
        </pc:sldLayoutChg>
        <pc:sldLayoutChg chg="del">
          <pc:chgData name="Diego Guerra" userId="e5485e67c0fdf257" providerId="Windows Live" clId="Web-{BD360DD3-7278-DE04-45A1-C7F5E7083264}" dt="2026-04-06T19:32:34.166" v="9"/>
          <pc:sldLayoutMkLst>
            <pc:docMk/>
            <pc:sldMasterMk cId="2675746937" sldId="2147483648"/>
            <pc:sldLayoutMk cId="1306397509" sldId="2147483659"/>
          </pc:sldLayoutMkLst>
        </pc:sldLayoutChg>
      </pc:sldMasterChg>
      <pc:sldMasterChg chg="add addSldLayout modSldLayout">
        <pc:chgData name="Diego Guerra" userId="e5485e67c0fdf257" providerId="Windows Live" clId="Web-{BD360DD3-7278-DE04-45A1-C7F5E7083264}" dt="2026-04-06T19:32:34.166" v="9"/>
        <pc:sldMasterMkLst>
          <pc:docMk/>
          <pc:sldMasterMk cId="2487511575" sldId="2147483660"/>
        </pc:sldMasterMkLst>
        <pc:sldLayoutChg chg="add mod replId">
          <pc:chgData name="Diego Guerra" userId="e5485e67c0fdf257" providerId="Windows Live" clId="Web-{BD360DD3-7278-DE04-45A1-C7F5E7083264}" dt="2026-04-06T19:32:34.166" v="9"/>
          <pc:sldLayoutMkLst>
            <pc:docMk/>
            <pc:sldMasterMk cId="2487511575" sldId="2147483660"/>
            <pc:sldLayoutMk cId="807869764" sldId="2147483661"/>
          </pc:sldLayoutMkLst>
        </pc:sldLayoutChg>
        <pc:sldLayoutChg chg="add mod replId">
          <pc:chgData name="Diego Guerra" userId="e5485e67c0fdf257" providerId="Windows Live" clId="Web-{BD360DD3-7278-DE04-45A1-C7F5E7083264}" dt="2026-04-06T19:32:34.166" v="9"/>
          <pc:sldLayoutMkLst>
            <pc:docMk/>
            <pc:sldMasterMk cId="2487511575" sldId="2147483660"/>
            <pc:sldLayoutMk cId="315781678" sldId="2147483662"/>
          </pc:sldLayoutMkLst>
        </pc:sldLayoutChg>
        <pc:sldLayoutChg chg="add mod replId">
          <pc:chgData name="Diego Guerra" userId="e5485e67c0fdf257" providerId="Windows Live" clId="Web-{BD360DD3-7278-DE04-45A1-C7F5E7083264}" dt="2026-04-06T19:32:34.166" v="9"/>
          <pc:sldLayoutMkLst>
            <pc:docMk/>
            <pc:sldMasterMk cId="2487511575" sldId="2147483660"/>
            <pc:sldLayoutMk cId="1422263343" sldId="2147483663"/>
          </pc:sldLayoutMkLst>
        </pc:sldLayoutChg>
        <pc:sldLayoutChg chg="add mod replId">
          <pc:chgData name="Diego Guerra" userId="e5485e67c0fdf257" providerId="Windows Live" clId="Web-{BD360DD3-7278-DE04-45A1-C7F5E7083264}" dt="2026-04-06T19:32:34.166" v="9"/>
          <pc:sldLayoutMkLst>
            <pc:docMk/>
            <pc:sldMasterMk cId="2487511575" sldId="2147483660"/>
            <pc:sldLayoutMk cId="1325934110" sldId="2147483664"/>
          </pc:sldLayoutMkLst>
        </pc:sldLayoutChg>
        <pc:sldLayoutChg chg="add mod replId">
          <pc:chgData name="Diego Guerra" userId="e5485e67c0fdf257" providerId="Windows Live" clId="Web-{BD360DD3-7278-DE04-45A1-C7F5E7083264}" dt="2026-04-06T19:32:34.166" v="9"/>
          <pc:sldLayoutMkLst>
            <pc:docMk/>
            <pc:sldMasterMk cId="2487511575" sldId="2147483660"/>
            <pc:sldLayoutMk cId="3949573590" sldId="2147483665"/>
          </pc:sldLayoutMkLst>
        </pc:sldLayoutChg>
        <pc:sldLayoutChg chg="add mod replId">
          <pc:chgData name="Diego Guerra" userId="e5485e67c0fdf257" providerId="Windows Live" clId="Web-{BD360DD3-7278-DE04-45A1-C7F5E7083264}" dt="2026-04-06T19:32:34.166" v="9"/>
          <pc:sldLayoutMkLst>
            <pc:docMk/>
            <pc:sldMasterMk cId="2487511575" sldId="2147483660"/>
            <pc:sldLayoutMk cId="3319198175" sldId="2147483666"/>
          </pc:sldLayoutMkLst>
        </pc:sldLayoutChg>
        <pc:sldLayoutChg chg="add mod replId">
          <pc:chgData name="Diego Guerra" userId="e5485e67c0fdf257" providerId="Windows Live" clId="Web-{BD360DD3-7278-DE04-45A1-C7F5E7083264}" dt="2026-04-06T19:32:34.166" v="9"/>
          <pc:sldLayoutMkLst>
            <pc:docMk/>
            <pc:sldMasterMk cId="2487511575" sldId="2147483660"/>
            <pc:sldLayoutMk cId="1325497593" sldId="2147483667"/>
          </pc:sldLayoutMkLst>
        </pc:sldLayoutChg>
        <pc:sldLayoutChg chg="add mod replId">
          <pc:chgData name="Diego Guerra" userId="e5485e67c0fdf257" providerId="Windows Live" clId="Web-{BD360DD3-7278-DE04-45A1-C7F5E7083264}" dt="2026-04-06T19:32:34.166" v="9"/>
          <pc:sldLayoutMkLst>
            <pc:docMk/>
            <pc:sldMasterMk cId="2487511575" sldId="2147483660"/>
            <pc:sldLayoutMk cId="2974045763" sldId="2147483668"/>
          </pc:sldLayoutMkLst>
        </pc:sldLayoutChg>
        <pc:sldLayoutChg chg="add mod replId">
          <pc:chgData name="Diego Guerra" userId="e5485e67c0fdf257" providerId="Windows Live" clId="Web-{BD360DD3-7278-DE04-45A1-C7F5E7083264}" dt="2026-04-06T19:32:34.166" v="9"/>
          <pc:sldLayoutMkLst>
            <pc:docMk/>
            <pc:sldMasterMk cId="2487511575" sldId="2147483660"/>
            <pc:sldLayoutMk cId="2617941025" sldId="2147483669"/>
          </pc:sldLayoutMkLst>
        </pc:sldLayoutChg>
        <pc:sldLayoutChg chg="add mod replId">
          <pc:chgData name="Diego Guerra" userId="e5485e67c0fdf257" providerId="Windows Live" clId="Web-{BD360DD3-7278-DE04-45A1-C7F5E7083264}" dt="2026-04-06T19:32:34.166" v="9"/>
          <pc:sldLayoutMkLst>
            <pc:docMk/>
            <pc:sldMasterMk cId="2487511575" sldId="2147483660"/>
            <pc:sldLayoutMk cId="3070937790" sldId="2147483670"/>
          </pc:sldLayoutMkLst>
        </pc:sldLayoutChg>
        <pc:sldLayoutChg chg="add mod replId">
          <pc:chgData name="Diego Guerra" userId="e5485e67c0fdf257" providerId="Windows Live" clId="Web-{BD360DD3-7278-DE04-45A1-C7F5E7083264}" dt="2026-04-06T19:32:34.166" v="9"/>
          <pc:sldLayoutMkLst>
            <pc:docMk/>
            <pc:sldMasterMk cId="2487511575" sldId="2147483660"/>
            <pc:sldLayoutMk cId="782548280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86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8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263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934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573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198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49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04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4/6/2026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941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937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548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511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PHP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1CB38-7FAB-BB12-D5E3-4484B59171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Aula 01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9CAD83-93F2-F92B-59F1-7DE6832DF6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3067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CFA31-2C87-7975-A9ED-A70F4093B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PHP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BED197-7189-D024-7A7D-720334EEF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PHP (</a:t>
            </a:r>
            <a:r>
              <a:rPr lang="pt-BR" i="1" dirty="0">
                <a:ea typeface="+mn-lt"/>
                <a:cs typeface="+mn-lt"/>
              </a:rPr>
              <a:t>Hypertext </a:t>
            </a:r>
            <a:r>
              <a:rPr lang="pt-BR" i="1" dirty="0" err="1">
                <a:ea typeface="+mn-lt"/>
                <a:cs typeface="+mn-lt"/>
              </a:rPr>
              <a:t>Preprocessor</a:t>
            </a:r>
            <a:r>
              <a:rPr lang="pt-BR" dirty="0">
                <a:ea typeface="+mn-lt"/>
                <a:cs typeface="+mn-lt"/>
              </a:rPr>
              <a:t>) é uma linguagem de programação interpretada, de tipagem dinâmica, amplamente usada para desenvolvimento web </a:t>
            </a:r>
            <a:r>
              <a:rPr lang="pt-BR" dirty="0" err="1">
                <a:ea typeface="+mn-lt"/>
                <a:cs typeface="+mn-lt"/>
              </a:rPr>
              <a:t>back</a:t>
            </a:r>
            <a:r>
              <a:rPr lang="pt-BR" dirty="0">
                <a:ea typeface="+mn-lt"/>
                <a:cs typeface="+mn-lt"/>
              </a:rPr>
              <a:t>-end. Todo código PHP fica entre as </a:t>
            </a:r>
            <a:r>
              <a:rPr lang="pt-BR" dirty="0" err="1">
                <a:ea typeface="+mn-lt"/>
                <a:cs typeface="+mn-lt"/>
              </a:rPr>
              <a:t>tags</a:t>
            </a:r>
            <a:r>
              <a:rPr lang="pt-BR" dirty="0">
                <a:ea typeface="+mn-lt"/>
                <a:cs typeface="+mn-lt"/>
              </a:rPr>
              <a:t> </a:t>
            </a:r>
            <a:r>
              <a:rPr lang="pt-BR" dirty="0">
                <a:latin typeface="Consolas"/>
              </a:rPr>
              <a:t>&lt;?</a:t>
            </a:r>
            <a:r>
              <a:rPr lang="pt-BR" dirty="0" err="1">
                <a:latin typeface="Consolas"/>
              </a:rPr>
              <a:t>php</a:t>
            </a:r>
            <a:r>
              <a:rPr lang="pt-BR" dirty="0">
                <a:ea typeface="+mn-lt"/>
                <a:cs typeface="+mn-lt"/>
              </a:rPr>
              <a:t> </a:t>
            </a:r>
            <a:r>
              <a:rPr lang="pt-BR" dirty="0" err="1">
                <a:ea typeface="+mn-lt"/>
                <a:cs typeface="+mn-lt"/>
              </a:rPr>
              <a:t>e </a:t>
            </a:r>
            <a:r>
              <a:rPr lang="pt-BR" dirty="0" err="1">
                <a:latin typeface="Consolas"/>
              </a:rPr>
              <a:t>?</a:t>
            </a:r>
            <a:r>
              <a:rPr lang="pt-BR" dirty="0">
                <a:latin typeface="Consolas"/>
              </a:rPr>
              <a:t>&gt;</a:t>
            </a:r>
            <a:r>
              <a:rPr lang="pt-BR" dirty="0">
                <a:ea typeface="+mn-lt"/>
                <a:cs typeface="+mn-lt"/>
              </a:rPr>
              <a:t>, e pode ser embutido diretamente em arquivos HTML.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446EB0D7-FBDF-5FCF-2DC0-B1A227FC2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843" y="3871448"/>
            <a:ext cx="3721022" cy="148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820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210E96-1A4C-468E-0C3F-9E6134740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69510-9741-48D2-608A-31EBC86C6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Variáveis em PHP sempre começam com </a:t>
            </a:r>
            <a:r>
              <a:rPr lang="pt-BR" dirty="0">
                <a:latin typeface="Consolas"/>
              </a:rPr>
              <a:t>$</a:t>
            </a:r>
            <a:r>
              <a:rPr lang="pt-BR" dirty="0">
                <a:ea typeface="+mn-lt"/>
                <a:cs typeface="+mn-lt"/>
              </a:rPr>
              <a:t>, seguido do nome. O nome deve começar com letra ou </a:t>
            </a:r>
            <a:r>
              <a:rPr lang="pt-BR" dirty="0" err="1">
                <a:ea typeface="+mn-lt"/>
                <a:cs typeface="+mn-lt"/>
              </a:rPr>
              <a:t>underscore</a:t>
            </a:r>
            <a:r>
              <a:rPr lang="pt-BR" dirty="0">
                <a:ea typeface="+mn-lt"/>
                <a:cs typeface="+mn-lt"/>
              </a:rPr>
              <a:t> (</a:t>
            </a:r>
            <a:r>
              <a:rPr lang="pt-BR" dirty="0">
                <a:latin typeface="Consolas"/>
              </a:rPr>
              <a:t>_</a:t>
            </a:r>
            <a:r>
              <a:rPr lang="pt-BR" dirty="0">
                <a:ea typeface="+mn-lt"/>
                <a:cs typeface="+mn-lt"/>
              </a:rPr>
              <a:t>), pode conter letras, números e </a:t>
            </a:r>
            <a:r>
              <a:rPr lang="pt-BR" dirty="0">
                <a:latin typeface="Consolas"/>
              </a:rPr>
              <a:t>_</a:t>
            </a:r>
            <a:r>
              <a:rPr lang="pt-BR" dirty="0">
                <a:ea typeface="+mn-lt"/>
                <a:cs typeface="+mn-lt"/>
              </a:rPr>
              <a:t>, e é </a:t>
            </a:r>
            <a:r>
              <a:rPr lang="pt-BR" b="1" dirty="0">
                <a:ea typeface="+mn-lt"/>
                <a:cs typeface="+mn-lt"/>
              </a:rPr>
              <a:t>case-</a:t>
            </a:r>
            <a:r>
              <a:rPr lang="pt-BR" b="1" dirty="0" err="1">
                <a:ea typeface="+mn-lt"/>
                <a:cs typeface="+mn-lt"/>
              </a:rPr>
              <a:t>sensitive</a:t>
            </a:r>
            <a:r>
              <a:rPr lang="pt-BR" dirty="0">
                <a:ea typeface="+mn-lt"/>
                <a:cs typeface="+mn-lt"/>
              </a:rPr>
              <a:t> (</a:t>
            </a:r>
            <a:r>
              <a:rPr lang="pt-BR" dirty="0">
                <a:latin typeface="Consolas"/>
              </a:rPr>
              <a:t>$nome</a:t>
            </a:r>
            <a:r>
              <a:rPr lang="pt-BR" dirty="0">
                <a:ea typeface="+mn-lt"/>
                <a:cs typeface="+mn-lt"/>
              </a:rPr>
              <a:t> ≠ </a:t>
            </a:r>
            <a:r>
              <a:rPr lang="pt-BR" dirty="0">
                <a:latin typeface="Consolas"/>
              </a:rPr>
              <a:t>$Nome</a:t>
            </a:r>
            <a:r>
              <a:rPr lang="pt-BR" dirty="0">
                <a:ea typeface="+mn-lt"/>
                <a:cs typeface="+mn-lt"/>
              </a:rPr>
              <a:t>).</a:t>
            </a:r>
          </a:p>
        </p:txBody>
      </p:sp>
      <p:pic>
        <p:nvPicPr>
          <p:cNvPr id="4" name="Imagem 3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02FAE1C0-AF4F-A2D9-164F-4642CC08C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854" y="3841376"/>
            <a:ext cx="6196292" cy="190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866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B624B-BB92-AC5F-FF60-FB620226B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Tipos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647E03-EBEF-BE68-A4DF-DA2997AB3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PHP é dinamicamente </a:t>
            </a:r>
            <a:r>
              <a:rPr lang="pt-BR" dirty="0" err="1">
                <a:ea typeface="+mn-lt"/>
                <a:cs typeface="+mn-lt"/>
              </a:rPr>
              <a:t>tipado</a:t>
            </a:r>
            <a:r>
              <a:rPr lang="pt-BR" dirty="0">
                <a:ea typeface="+mn-lt"/>
                <a:cs typeface="+mn-lt"/>
              </a:rPr>
              <a:t>: o tipo é inferido automaticamente pelo valor atribuído. Os tipos primitivos principais são:</a:t>
            </a:r>
          </a:p>
          <a:p>
            <a:pPr marL="0" indent="0">
              <a:buClr>
                <a:srgbClr val="9E3611"/>
              </a:buClr>
              <a:buNone/>
            </a:pPr>
            <a:br>
              <a:rPr lang="en-US" dirty="0"/>
            </a:br>
            <a:endParaRPr lang="en-US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47AAC0B-C665-F1AD-511D-B009CF030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238179"/>
              </p:ext>
            </p:extLst>
          </p:nvPr>
        </p:nvGraphicFramePr>
        <p:xfrm>
          <a:off x="2248829" y="3429000"/>
          <a:ext cx="7701849" cy="246482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67283">
                  <a:extLst>
                    <a:ext uri="{9D8B030D-6E8A-4147-A177-3AD203B41FA5}">
                      <a16:colId xmlns:a16="http://schemas.microsoft.com/office/drawing/2014/main" val="3368256440"/>
                    </a:ext>
                  </a:extLst>
                </a:gridCol>
                <a:gridCol w="2567283">
                  <a:extLst>
                    <a:ext uri="{9D8B030D-6E8A-4147-A177-3AD203B41FA5}">
                      <a16:colId xmlns:a16="http://schemas.microsoft.com/office/drawing/2014/main" val="2785429981"/>
                    </a:ext>
                  </a:extLst>
                </a:gridCol>
                <a:gridCol w="2567283">
                  <a:extLst>
                    <a:ext uri="{9D8B030D-6E8A-4147-A177-3AD203B41FA5}">
                      <a16:colId xmlns:a16="http://schemas.microsoft.com/office/drawing/2014/main" val="2887187926"/>
                    </a:ext>
                  </a:extLst>
                </a:gridCol>
              </a:tblGrid>
              <a:tr h="473047">
                <a:tc>
                  <a:txBody>
                    <a:bodyPr/>
                    <a:lstStyle/>
                    <a:p>
                      <a:pPr algn="l" fontAlgn="b" latinLnBrk="0">
                        <a:buNone/>
                      </a:pPr>
                      <a:r>
                        <a:rPr lang="pt-BR" b="1">
                          <a:effectLst/>
                        </a:rPr>
                        <a:t>Tipo</a:t>
                      </a:r>
                    </a:p>
                  </a:txBody>
                  <a:tcPr marL="76200" marR="76200" marT="76200" marB="76200" anchor="b">
                    <a:lnL w="12700" cap="flat" cmpd="sng" algn="ctr">
                      <a:solidFill>
                        <a:srgbClr val="00B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A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 latinLnBrk="0">
                        <a:buNone/>
                      </a:pPr>
                      <a:r>
                        <a:rPr lang="pt-BR" b="1">
                          <a:effectLst/>
                        </a:rPr>
                        <a:t>Descrição</a:t>
                      </a:r>
                    </a:p>
                  </a:txBody>
                  <a:tcPr marL="76200" marR="76200" marT="76200" marB="76200" anchor="b">
                    <a:lnL w="12700" cap="flat" cmpd="sng" algn="ctr">
                      <a:solidFill>
                        <a:srgbClr val="00B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B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A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 latinLnBrk="0">
                        <a:buNone/>
                      </a:pPr>
                      <a:r>
                        <a:rPr lang="pt-BR" b="1">
                          <a:effectLst/>
                        </a:rPr>
                        <a:t>Exemplo</a:t>
                      </a:r>
                    </a:p>
                  </a:txBody>
                  <a:tcPr marL="76200" marR="76200" marT="76200" marB="76200" anchor="b">
                    <a:lnL w="12700" cap="flat" cmpd="sng" algn="ctr">
                      <a:solidFill>
                        <a:srgbClr val="90B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B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B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B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014545"/>
                  </a:ext>
                </a:extLst>
              </a:tr>
              <a:tr h="398355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b="0">
                          <a:effectLst/>
                          <a:latin typeface="pplxSansMono"/>
                        </a:rPr>
                        <a:t>string</a:t>
                      </a:r>
                      <a:endParaRPr lang="pt-BR">
                        <a:effectLst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rgbClr val="60A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A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A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B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>
                          <a:effectLst/>
                        </a:rPr>
                        <a:t>Texto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rgbClr val="90A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B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A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B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b="0">
                          <a:effectLst/>
                          <a:latin typeface="pplxSansMono"/>
                        </a:rPr>
                        <a:t>"Olá"</a:t>
                      </a:r>
                      <a:endParaRPr lang="pt-BR">
                        <a:effectLst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rgbClr val="D0B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B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B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219099"/>
                  </a:ext>
                </a:extLst>
              </a:tr>
              <a:tr h="398355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b="0">
                          <a:effectLst/>
                          <a:latin typeface="pplxSansMono"/>
                        </a:rPr>
                        <a:t>int</a:t>
                      </a:r>
                      <a:endParaRPr lang="pt-BR">
                        <a:effectLst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rgbClr val="80B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B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B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B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>
                          <a:effectLst/>
                        </a:rPr>
                        <a:t>Número inteiro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rgbClr val="D0B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B5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B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b="0">
                          <a:effectLst/>
                          <a:latin typeface="pplxSansMono"/>
                        </a:rPr>
                        <a:t>42</a:t>
                      </a:r>
                      <a:endParaRPr lang="pt-BR">
                        <a:effectLst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rgbClr val="F0B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273517"/>
                  </a:ext>
                </a:extLst>
              </a:tr>
              <a:tr h="398355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b="0">
                          <a:effectLst/>
                          <a:latin typeface="pplxSansMono"/>
                        </a:rPr>
                        <a:t>float</a:t>
                      </a:r>
                      <a:endParaRPr lang="pt-BR">
                        <a:effectLst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rgbClr val="40B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B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B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B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>
                          <a:effectLst/>
                        </a:rPr>
                        <a:t>Número decimal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rgbClr val="10B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B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B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b="0">
                          <a:effectLst/>
                          <a:latin typeface="pplxSansMono"/>
                        </a:rPr>
                        <a:t>3.14</a:t>
                      </a:r>
                      <a:endParaRPr lang="pt-BR">
                        <a:effectLst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rgbClr val="00B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B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81181"/>
                  </a:ext>
                </a:extLst>
              </a:tr>
              <a:tr h="398355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b="0">
                          <a:effectLst/>
                          <a:latin typeface="pplxSansMono"/>
                        </a:rPr>
                        <a:t>bool</a:t>
                      </a:r>
                      <a:endParaRPr lang="pt-BR">
                        <a:effectLst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rgbClr val="60B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B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B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B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>
                          <a:effectLst/>
                        </a:rPr>
                        <a:t>Verdadeiro ou falso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rgbClr val="D0B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B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B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b="0">
                          <a:effectLst/>
                          <a:latin typeface="pplxSansMono"/>
                        </a:rPr>
                        <a:t>true</a:t>
                      </a:r>
                      <a:r>
                        <a:rPr lang="pt-BR">
                          <a:effectLst/>
                        </a:rPr>
                        <a:t> / </a:t>
                      </a:r>
                      <a:r>
                        <a:rPr lang="pt-BR" b="0">
                          <a:effectLst/>
                          <a:latin typeface="pplxSansMono"/>
                        </a:rPr>
                        <a:t>false</a:t>
                      </a:r>
                      <a:endParaRPr lang="pt-BR">
                        <a:effectLst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rgbClr val="60B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B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B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A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947668"/>
                  </a:ext>
                </a:extLst>
              </a:tr>
              <a:tr h="398355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b="0">
                          <a:effectLst/>
                          <a:latin typeface="pplxSansMono"/>
                        </a:rPr>
                        <a:t>null</a:t>
                      </a:r>
                      <a:endParaRPr lang="pt-BR">
                        <a:effectLst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rgbClr val="50B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B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B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>
                          <a:effectLst/>
                        </a:rPr>
                        <a:t>Ausência de valor</a:t>
                      </a:r>
                    </a:p>
                  </a:txBody>
                  <a:tcPr marL="76200" marR="76200" anchor="ctr">
                    <a:lnL w="12700" cap="flat" cmpd="sng" algn="ctr">
                      <a:solidFill>
                        <a:srgbClr val="F0B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A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pt-BR" b="0">
                          <a:effectLst/>
                          <a:latin typeface="pplxSansMono"/>
                        </a:rPr>
                        <a:t>null</a:t>
                      </a:r>
                      <a:endParaRPr lang="pt-BR">
                        <a:effectLst/>
                      </a:endParaRPr>
                    </a:p>
                  </a:txBody>
                  <a:tcPr marL="76200" marR="76200" anchor="ctr">
                    <a:lnL w="12700" cap="flat" cmpd="sng" algn="ctr">
                      <a:solidFill>
                        <a:srgbClr val="20A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A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A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A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302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4886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0F484-C9B8-B318-D6DA-042F6107B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constantes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12CA98-CFFD-F236-AAFA-29F22183C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Constantes são definidas com </a:t>
            </a:r>
            <a:r>
              <a:rPr lang="pt-BR" dirty="0" err="1">
                <a:latin typeface="Consolas"/>
              </a:rPr>
              <a:t>define(</a:t>
            </a:r>
            <a:r>
              <a:rPr lang="pt-BR" dirty="0">
                <a:latin typeface="Consolas"/>
              </a:rPr>
              <a:t>)</a:t>
            </a:r>
            <a:r>
              <a:rPr lang="pt-BR" dirty="0">
                <a:ea typeface="+mn-lt"/>
                <a:cs typeface="+mn-lt"/>
              </a:rPr>
              <a:t> ou </a:t>
            </a:r>
            <a:r>
              <a:rPr lang="pt-BR" dirty="0" err="1">
                <a:latin typeface="Consolas"/>
              </a:rPr>
              <a:t>const</a:t>
            </a:r>
            <a:r>
              <a:rPr lang="pt-BR" dirty="0">
                <a:ea typeface="+mn-lt"/>
                <a:cs typeface="+mn-lt"/>
              </a:rPr>
              <a:t> e não usam </a:t>
            </a:r>
            <a:r>
              <a:rPr lang="pt-BR" dirty="0">
                <a:latin typeface="Consolas"/>
              </a:rPr>
              <a:t>$</a:t>
            </a:r>
            <a:r>
              <a:rPr lang="pt-BR" dirty="0">
                <a:ea typeface="+mn-lt"/>
                <a:cs typeface="+mn-lt"/>
              </a:rPr>
              <a:t>. Uma vez definidas, seu valor não pode ser alterado.</a:t>
            </a:r>
          </a:p>
          <a:p>
            <a:pPr marL="0" indent="0">
              <a:buClr>
                <a:srgbClr val="9E3611"/>
              </a:buCl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4" name="Imagem 3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A32C4836-2C73-091D-BFCD-DFDFA57BE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391" y="3430400"/>
            <a:ext cx="3691217" cy="208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389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7495B-353A-7E85-114C-9D949EACB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operadores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9BD461-A917-A684-D82E-E96C9B22D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ea typeface="+mn-lt"/>
                <a:cs typeface="+mn-lt"/>
              </a:rPr>
              <a:t>PHP suporta os operadores comuns de outras linguagens:</a:t>
            </a:r>
          </a:p>
          <a:p>
            <a:pPr>
              <a:buClr>
                <a:srgbClr val="9E3611"/>
              </a:buClr>
            </a:pPr>
            <a:r>
              <a:rPr lang="pt-BR" b="1">
                <a:ea typeface="+mn-lt"/>
                <a:cs typeface="+mn-lt"/>
              </a:rPr>
              <a:t>Aritméticos:</a:t>
            </a:r>
            <a:r>
              <a:rPr lang="pt-BR" dirty="0">
                <a:ea typeface="+mn-lt"/>
                <a:cs typeface="+mn-lt"/>
              </a:rPr>
              <a:t> </a:t>
            </a:r>
            <a:r>
              <a:rPr lang="pt-BR">
                <a:latin typeface="Consolas"/>
              </a:rPr>
              <a:t>+</a:t>
            </a:r>
            <a:r>
              <a:rPr lang="pt-BR">
                <a:ea typeface="+mn-lt"/>
                <a:cs typeface="+mn-lt"/>
              </a:rPr>
              <a:t>, </a:t>
            </a:r>
            <a:r>
              <a:rPr lang="pt-BR">
                <a:latin typeface="Consolas"/>
              </a:rPr>
              <a:t>-</a:t>
            </a:r>
            <a:r>
              <a:rPr lang="pt-BR">
                <a:ea typeface="+mn-lt"/>
                <a:cs typeface="+mn-lt"/>
              </a:rPr>
              <a:t>, </a:t>
            </a:r>
            <a:r>
              <a:rPr lang="pt-BR">
                <a:latin typeface="Consolas"/>
              </a:rPr>
              <a:t>*</a:t>
            </a:r>
            <a:r>
              <a:rPr lang="pt-BR">
                <a:ea typeface="+mn-lt"/>
                <a:cs typeface="+mn-lt"/>
              </a:rPr>
              <a:t>, </a:t>
            </a:r>
            <a:r>
              <a:rPr lang="pt-BR">
                <a:latin typeface="Consolas"/>
              </a:rPr>
              <a:t>/</a:t>
            </a:r>
            <a:r>
              <a:rPr lang="pt-BR">
                <a:ea typeface="+mn-lt"/>
                <a:cs typeface="+mn-lt"/>
              </a:rPr>
              <a:t>, </a:t>
            </a:r>
            <a:r>
              <a:rPr lang="pt-BR">
                <a:latin typeface="Consolas"/>
              </a:rPr>
              <a:t>%</a:t>
            </a:r>
            <a:r>
              <a:rPr lang="pt-BR">
                <a:ea typeface="+mn-lt"/>
                <a:cs typeface="+mn-lt"/>
              </a:rPr>
              <a:t>, </a:t>
            </a:r>
            <a:r>
              <a:rPr lang="pt-BR">
                <a:latin typeface="Consolas"/>
              </a:rPr>
              <a:t>**</a:t>
            </a:r>
            <a:r>
              <a:rPr lang="pt-BR">
                <a:ea typeface="+mn-lt"/>
                <a:cs typeface="+mn-lt"/>
              </a:rPr>
              <a:t> (potência)</a:t>
            </a:r>
          </a:p>
          <a:p>
            <a:pPr>
              <a:buClr>
                <a:srgbClr val="9E3611"/>
              </a:buClr>
            </a:pPr>
            <a:r>
              <a:rPr lang="pt-BR" b="1" dirty="0">
                <a:ea typeface="+mn-lt"/>
                <a:cs typeface="+mn-lt"/>
              </a:rPr>
              <a:t>Comparação:</a:t>
            </a:r>
            <a:r>
              <a:rPr lang="pt-BR" dirty="0">
                <a:ea typeface="+mn-lt"/>
                <a:cs typeface="+mn-lt"/>
              </a:rPr>
              <a:t> </a:t>
            </a:r>
            <a:r>
              <a:rPr lang="pt-BR" dirty="0">
                <a:latin typeface="Consolas"/>
              </a:rPr>
              <a:t>==</a:t>
            </a:r>
            <a:r>
              <a:rPr lang="pt-BR" dirty="0">
                <a:ea typeface="+mn-lt"/>
                <a:cs typeface="+mn-lt"/>
              </a:rPr>
              <a:t>, </a:t>
            </a:r>
            <a:r>
              <a:rPr lang="pt-BR" dirty="0">
                <a:latin typeface="Consolas"/>
              </a:rPr>
              <a:t>===</a:t>
            </a:r>
            <a:r>
              <a:rPr lang="pt-BR" dirty="0">
                <a:ea typeface="+mn-lt"/>
                <a:cs typeface="+mn-lt"/>
              </a:rPr>
              <a:t> (igual e mesmo tipo)</a:t>
            </a:r>
            <a:r>
              <a:rPr lang="pt-BR" dirty="0" err="1">
                <a:ea typeface="+mn-lt"/>
                <a:cs typeface="+mn-lt"/>
              </a:rPr>
              <a:t>, </a:t>
            </a:r>
            <a:r>
              <a:rPr lang="pt-BR" dirty="0" err="1">
                <a:latin typeface="Consolas"/>
              </a:rPr>
              <a:t>!</a:t>
            </a:r>
            <a:r>
              <a:rPr lang="pt-BR" dirty="0">
                <a:latin typeface="Consolas"/>
              </a:rPr>
              <a:t>=</a:t>
            </a:r>
            <a:r>
              <a:rPr lang="pt-BR" dirty="0" err="1">
                <a:ea typeface="+mn-lt"/>
                <a:cs typeface="+mn-lt"/>
              </a:rPr>
              <a:t>, </a:t>
            </a:r>
            <a:r>
              <a:rPr lang="pt-BR" dirty="0" err="1">
                <a:latin typeface="Consolas"/>
              </a:rPr>
              <a:t>!</a:t>
            </a:r>
            <a:r>
              <a:rPr lang="pt-BR" dirty="0">
                <a:latin typeface="Consolas"/>
              </a:rPr>
              <a:t>==</a:t>
            </a:r>
            <a:r>
              <a:rPr lang="pt-BR" dirty="0">
                <a:ea typeface="+mn-lt"/>
                <a:cs typeface="+mn-lt"/>
              </a:rPr>
              <a:t>, </a:t>
            </a:r>
            <a:r>
              <a:rPr lang="pt-BR" dirty="0">
                <a:latin typeface="Consolas"/>
              </a:rPr>
              <a:t>&lt;</a:t>
            </a:r>
            <a:r>
              <a:rPr lang="pt-BR" dirty="0">
                <a:ea typeface="+mn-lt"/>
                <a:cs typeface="+mn-lt"/>
              </a:rPr>
              <a:t>, </a:t>
            </a:r>
            <a:r>
              <a:rPr lang="pt-BR" dirty="0">
                <a:latin typeface="Consolas"/>
              </a:rPr>
              <a:t>&gt;</a:t>
            </a:r>
            <a:r>
              <a:rPr lang="pt-BR" dirty="0">
                <a:ea typeface="+mn-lt"/>
                <a:cs typeface="+mn-lt"/>
              </a:rPr>
              <a:t>, </a:t>
            </a:r>
            <a:r>
              <a:rPr lang="pt-BR" dirty="0">
                <a:latin typeface="Consolas"/>
              </a:rPr>
              <a:t>&lt;=</a:t>
            </a:r>
            <a:r>
              <a:rPr lang="pt-BR" dirty="0">
                <a:ea typeface="+mn-lt"/>
                <a:cs typeface="+mn-lt"/>
              </a:rPr>
              <a:t>, </a:t>
            </a:r>
            <a:r>
              <a:rPr lang="pt-BR" dirty="0">
                <a:latin typeface="Consolas"/>
              </a:rPr>
              <a:t>&gt;=</a:t>
            </a:r>
            <a:endParaRPr lang="pt-BR" dirty="0"/>
          </a:p>
          <a:p>
            <a:pPr>
              <a:buClr>
                <a:srgbClr val="9E3611"/>
              </a:buClr>
            </a:pPr>
            <a:r>
              <a:rPr lang="pt-BR" b="1" dirty="0">
                <a:ea typeface="+mn-lt"/>
                <a:cs typeface="+mn-lt"/>
              </a:rPr>
              <a:t>Lógicos:</a:t>
            </a:r>
            <a:r>
              <a:rPr lang="pt-BR" dirty="0">
                <a:ea typeface="+mn-lt"/>
                <a:cs typeface="+mn-lt"/>
              </a:rPr>
              <a:t> </a:t>
            </a:r>
            <a:r>
              <a:rPr lang="pt-BR" dirty="0">
                <a:latin typeface="Consolas"/>
              </a:rPr>
              <a:t>&amp;&amp;</a:t>
            </a:r>
            <a:r>
              <a:rPr lang="pt-BR" dirty="0">
                <a:ea typeface="+mn-lt"/>
                <a:cs typeface="+mn-lt"/>
              </a:rPr>
              <a:t>, </a:t>
            </a:r>
            <a:r>
              <a:rPr lang="pt-BR" dirty="0">
                <a:latin typeface="Consolas"/>
              </a:rPr>
              <a:t>||</a:t>
            </a:r>
            <a:r>
              <a:rPr lang="pt-BR" dirty="0" err="1">
                <a:ea typeface="+mn-lt"/>
                <a:cs typeface="+mn-lt"/>
              </a:rPr>
              <a:t>, </a:t>
            </a:r>
            <a:r>
              <a:rPr lang="pt-BR" dirty="0" err="1">
                <a:latin typeface="Consolas"/>
              </a:rPr>
              <a:t>!</a:t>
            </a:r>
            <a:r>
              <a:rPr lang="pt-BR" dirty="0">
                <a:ea typeface="+mn-lt"/>
                <a:cs typeface="+mn-lt"/>
              </a:rPr>
              <a:t>, </a:t>
            </a:r>
            <a:r>
              <a:rPr lang="pt-BR" dirty="0" err="1">
                <a:latin typeface="Consolas"/>
              </a:rPr>
              <a:t>and</a:t>
            </a:r>
            <a:r>
              <a:rPr lang="pt-BR" dirty="0">
                <a:ea typeface="+mn-lt"/>
                <a:cs typeface="+mn-lt"/>
              </a:rPr>
              <a:t>, </a:t>
            </a:r>
            <a:r>
              <a:rPr lang="pt-BR" dirty="0" err="1">
                <a:latin typeface="Consolas"/>
              </a:rPr>
              <a:t>or</a:t>
            </a:r>
            <a:endParaRPr lang="pt-BR" dirty="0" err="1"/>
          </a:p>
          <a:p>
            <a:pPr>
              <a:buClr>
                <a:srgbClr val="9E3611"/>
              </a:buClr>
            </a:pPr>
            <a:r>
              <a:rPr lang="pt-BR" b="1" dirty="0">
                <a:ea typeface="+mn-lt"/>
                <a:cs typeface="+mn-lt"/>
              </a:rPr>
              <a:t>Concatenação de </a:t>
            </a:r>
            <a:r>
              <a:rPr lang="pt-BR" b="1" dirty="0" err="1">
                <a:ea typeface="+mn-lt"/>
                <a:cs typeface="+mn-lt"/>
              </a:rPr>
              <a:t>strings:</a:t>
            </a:r>
            <a:r>
              <a:rPr lang="pt-BR" dirty="0" err="1">
                <a:ea typeface="+mn-lt"/>
                <a:cs typeface="+mn-lt"/>
              </a:rPr>
              <a:t> </a:t>
            </a:r>
            <a:r>
              <a:rPr lang="pt-BR" dirty="0" err="1">
                <a:latin typeface="Consolas"/>
              </a:rPr>
              <a:t>.</a:t>
            </a:r>
            <a:r>
              <a:rPr lang="pt-BR" dirty="0">
                <a:ea typeface="+mn-lt"/>
                <a:cs typeface="+mn-lt"/>
              </a:rPr>
              <a:t> (ponto)</a:t>
            </a:r>
          </a:p>
          <a:p>
            <a:pPr>
              <a:buClr>
                <a:srgbClr val="9E3611"/>
              </a:buClr>
            </a:pPr>
            <a:endParaRPr lang="pt-BR" dirty="0"/>
          </a:p>
        </p:txBody>
      </p:sp>
      <p:pic>
        <p:nvPicPr>
          <p:cNvPr id="4" name="Imagem 3" descr="Texto, Carta&#10;&#10;O conteúdo gerado por IA pode estar incorreto.">
            <a:extLst>
              <a:ext uri="{FF2B5EF4-FFF2-40B4-BE49-F238E27FC236}">
                <a16:creationId xmlns:a16="http://schemas.microsoft.com/office/drawing/2014/main" id="{9212C990-4CA5-A75B-740B-AA47F2FAB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747" y="4589649"/>
            <a:ext cx="6311712" cy="188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438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8C8FE-8F11-D6FA-8B41-752793BDF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condicionais</a:t>
            </a:r>
          </a:p>
        </p:txBody>
      </p:sp>
      <p:pic>
        <p:nvPicPr>
          <p:cNvPr id="4" name="Espaço Reservado para Conteúdo 3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C1328921-688D-14ED-AB18-9B1C6CDA7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9662" y="2099770"/>
            <a:ext cx="4518771" cy="426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948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E3B5-AA30-DD5F-2A10-BA9DA1D7B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FEB2CF-2E64-A42C-18A7-F4687DCC0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condicionais</a:t>
            </a:r>
          </a:p>
        </p:txBody>
      </p:sp>
      <p:pic>
        <p:nvPicPr>
          <p:cNvPr id="6" name="Espaço Reservado para Conteúdo 5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DE93EE2-4483-2A11-0CF0-A600FF7EF9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2939" y="2244885"/>
            <a:ext cx="4083423" cy="398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693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352DA-A432-5492-68AD-20A720EE1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Laços de repetição</a:t>
            </a:r>
            <a:endParaRPr lang="pt-BR">
              <a:latin typeface="Rockwell Condensed"/>
            </a:endParaRPr>
          </a:p>
        </p:txBody>
      </p:sp>
      <p:pic>
        <p:nvPicPr>
          <p:cNvPr id="4" name="Espaço Reservado para Conteúdo 3" descr="Uma imagem contendo Gráfico de dispersão&#10;&#10;O conteúdo gerado por IA pode estar incorreto.">
            <a:extLst>
              <a:ext uri="{FF2B5EF4-FFF2-40B4-BE49-F238E27FC236}">
                <a16:creationId xmlns:a16="http://schemas.microsoft.com/office/drawing/2014/main" id="{7877DA2D-5D30-0EFA-CD59-390D56F1A6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9703" y="2533997"/>
            <a:ext cx="3389218" cy="2754964"/>
          </a:xfrm>
          <a:prstGeom prst="rect">
            <a:avLst/>
          </a:prstGeom>
        </p:spPr>
      </p:pic>
      <p:pic>
        <p:nvPicPr>
          <p:cNvPr id="5" name="Imagem 4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9F54CD9C-E04D-482A-C5A0-368F1474C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83" y="2825003"/>
            <a:ext cx="5025277" cy="21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2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C707-D66C-94B3-F6AE-58F146106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5FF566-6BD8-3585-763B-D097FF768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Laços de repetição</a:t>
            </a:r>
            <a:endParaRPr lang="pt-BR">
              <a:latin typeface="Rockwell Condensed"/>
            </a:endParaRPr>
          </a:p>
        </p:txBody>
      </p:sp>
      <p:pic>
        <p:nvPicPr>
          <p:cNvPr id="7" name="Espaço Reservado para Conteúdo 6" descr="Uma imagem contendo Gráfico&#10;&#10;O conteúdo gerado por IA pode estar incorreto.">
            <a:extLst>
              <a:ext uri="{FF2B5EF4-FFF2-40B4-BE49-F238E27FC236}">
                <a16:creationId xmlns:a16="http://schemas.microsoft.com/office/drawing/2014/main" id="{B1583A0E-BED0-88AC-80B0-34AA1E1D7E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7031" y="2093886"/>
            <a:ext cx="4484033" cy="179742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B70EC87-EBFF-F9BD-FD48-6390D61C3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559" y="4322389"/>
            <a:ext cx="5502088" cy="187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104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B591B-0EA3-2B12-B7FA-612DD393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funções</a:t>
            </a:r>
          </a:p>
        </p:txBody>
      </p:sp>
      <p:pic>
        <p:nvPicPr>
          <p:cNvPr id="4" name="Espaço Reservado para Conteúdo 3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A8F6E31E-86BD-1532-8FB1-9E04847D3F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1705" y="3070479"/>
            <a:ext cx="6323479" cy="201817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688DD8F-ACB9-27CF-A259-3DBA9DAB56EE}"/>
              </a:ext>
            </a:extLst>
          </p:cNvPr>
          <p:cNvSpPr txBox="1"/>
          <p:nvPr/>
        </p:nvSpPr>
        <p:spPr>
          <a:xfrm>
            <a:off x="1064558" y="2095500"/>
            <a:ext cx="101749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Rockwell"/>
                <a:ea typeface="pplxSerif"/>
                <a:cs typeface="pplxSerif"/>
              </a:rPr>
              <a:t>Funções </a:t>
            </a:r>
            <a:r>
              <a:rPr lang="en-US" dirty="0" err="1">
                <a:latin typeface="Rockwell"/>
                <a:ea typeface="pplxSerif"/>
                <a:cs typeface="pplxSerif"/>
              </a:rPr>
              <a:t>são</a:t>
            </a:r>
            <a:r>
              <a:rPr lang="en-US" dirty="0">
                <a:latin typeface="Rockwell"/>
                <a:ea typeface="pplxSerif"/>
                <a:cs typeface="pplxSerif"/>
              </a:rPr>
              <a:t> </a:t>
            </a:r>
            <a:r>
              <a:rPr lang="en-US" dirty="0" err="1">
                <a:latin typeface="Rockwell"/>
                <a:ea typeface="pplxSerif"/>
                <a:cs typeface="pplxSerif"/>
              </a:rPr>
              <a:t>declaradas</a:t>
            </a:r>
            <a:r>
              <a:rPr lang="en-US" dirty="0">
                <a:latin typeface="Rockwell"/>
                <a:ea typeface="pplxSerif"/>
                <a:cs typeface="pplxSerif"/>
              </a:rPr>
              <a:t> com function e </a:t>
            </a:r>
            <a:r>
              <a:rPr lang="en-US" dirty="0" err="1">
                <a:latin typeface="Rockwell"/>
                <a:ea typeface="pplxSerif"/>
                <a:cs typeface="pplxSerif"/>
              </a:rPr>
              <a:t>podem</a:t>
            </a:r>
            <a:r>
              <a:rPr lang="en-US" dirty="0">
                <a:latin typeface="Rockwell"/>
                <a:ea typeface="pplxSerif"/>
                <a:cs typeface="pplxSerif"/>
              </a:rPr>
              <a:t> ter </a:t>
            </a:r>
            <a:r>
              <a:rPr lang="en-US" dirty="0" err="1">
                <a:latin typeface="Rockwell"/>
                <a:ea typeface="pplxSerif"/>
                <a:cs typeface="pplxSerif"/>
              </a:rPr>
              <a:t>parâmetros</a:t>
            </a:r>
            <a:r>
              <a:rPr lang="en-US" dirty="0">
                <a:latin typeface="Rockwell"/>
                <a:ea typeface="pplxSerif"/>
                <a:cs typeface="pplxSerif"/>
              </a:rPr>
              <a:t> com </a:t>
            </a:r>
            <a:r>
              <a:rPr lang="en-US" dirty="0" err="1">
                <a:latin typeface="Rockwell"/>
                <a:ea typeface="pplxSerif"/>
                <a:cs typeface="pplxSerif"/>
              </a:rPr>
              <a:t>valores</a:t>
            </a:r>
            <a:r>
              <a:rPr lang="en-US" dirty="0">
                <a:latin typeface="Rockwell"/>
                <a:ea typeface="pplxSerif"/>
                <a:cs typeface="pplxSerif"/>
              </a:rPr>
              <a:t> </a:t>
            </a:r>
            <a:r>
              <a:rPr lang="en-US" dirty="0" err="1">
                <a:latin typeface="Rockwell"/>
                <a:ea typeface="pplxSerif"/>
                <a:cs typeface="pplxSerif"/>
              </a:rPr>
              <a:t>padrão</a:t>
            </a:r>
            <a:r>
              <a:rPr lang="en-US" dirty="0">
                <a:latin typeface="Rockwell"/>
                <a:ea typeface="pplxSerif"/>
                <a:cs typeface="pplxSerif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143911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157E1B-C867-73AC-0C83-A52497D1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arrays</a:t>
            </a:r>
            <a:endParaRPr lang="pt-BR" dirty="0" err="1">
              <a:latin typeface="Rockwell Condensed"/>
            </a:endParaRPr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5D5E1687-F871-17DF-9777-6351757BAD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2695" y="3010542"/>
            <a:ext cx="6132706" cy="331330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453AA78-6E44-F354-B6B2-2FA6853FDD93}"/>
              </a:ext>
            </a:extLst>
          </p:cNvPr>
          <p:cNvSpPr txBox="1"/>
          <p:nvPr/>
        </p:nvSpPr>
        <p:spPr>
          <a:xfrm>
            <a:off x="1068659" y="2090854"/>
            <a:ext cx="1005468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 dirty="0">
                <a:latin typeface="Rockwell"/>
                <a:ea typeface="pplxSerif"/>
                <a:cs typeface="pplxSerif"/>
              </a:rPr>
              <a:t>Em PHP, arrays </a:t>
            </a:r>
            <a:r>
              <a:rPr lang="en-US" dirty="0" err="1">
                <a:latin typeface="Rockwell"/>
                <a:ea typeface="pplxSerif"/>
                <a:cs typeface="pplxSerif"/>
              </a:rPr>
              <a:t>indexados</a:t>
            </a:r>
            <a:r>
              <a:rPr lang="en-US" dirty="0">
                <a:latin typeface="Rockwell"/>
                <a:ea typeface="pplxSerif"/>
                <a:cs typeface="pplxSerif"/>
              </a:rPr>
              <a:t> </a:t>
            </a:r>
            <a:r>
              <a:rPr lang="en-US" dirty="0" err="1">
                <a:latin typeface="Rockwell"/>
                <a:ea typeface="pplxSerif"/>
                <a:cs typeface="pplxSerif"/>
              </a:rPr>
              <a:t>numericamente</a:t>
            </a:r>
            <a:r>
              <a:rPr lang="en-US" dirty="0">
                <a:latin typeface="Rockwell"/>
                <a:ea typeface="pplxSerif"/>
                <a:cs typeface="pplxSerif"/>
              </a:rPr>
              <a:t> </a:t>
            </a:r>
            <a:r>
              <a:rPr lang="en-US" dirty="0" err="1">
                <a:latin typeface="Rockwell"/>
                <a:ea typeface="pplxSerif"/>
                <a:cs typeface="pplxSerif"/>
              </a:rPr>
              <a:t>funcionam</a:t>
            </a:r>
            <a:r>
              <a:rPr lang="en-US" dirty="0">
                <a:latin typeface="Rockwell"/>
                <a:ea typeface="pplxSerif"/>
                <a:cs typeface="pplxSerif"/>
              </a:rPr>
              <a:t> </a:t>
            </a:r>
            <a:r>
              <a:rPr lang="en-US" dirty="0" err="1">
                <a:latin typeface="Rockwell"/>
                <a:ea typeface="pplxSerif"/>
                <a:cs typeface="pplxSerif"/>
              </a:rPr>
              <a:t>como</a:t>
            </a:r>
            <a:r>
              <a:rPr lang="en-US" dirty="0">
                <a:latin typeface="Rockwell"/>
                <a:ea typeface="pplxSerif"/>
                <a:cs typeface="pplxSerif"/>
              </a:rPr>
              <a:t> </a:t>
            </a:r>
            <a:r>
              <a:rPr lang="en-US" dirty="0" err="1">
                <a:latin typeface="Rockwell"/>
                <a:ea typeface="pplxSerif"/>
                <a:cs typeface="pplxSerif"/>
              </a:rPr>
              <a:t>listas</a:t>
            </a:r>
            <a:r>
              <a:rPr lang="en-US" dirty="0">
                <a:latin typeface="Rockwell"/>
                <a:ea typeface="pplxSerif"/>
                <a:cs typeface="pplxSerif"/>
              </a:rPr>
              <a:t>. O </a:t>
            </a:r>
            <a:r>
              <a:rPr lang="en-US" dirty="0" err="1">
                <a:latin typeface="Rockwell"/>
                <a:ea typeface="pplxSerif"/>
                <a:cs typeface="pplxSerif"/>
              </a:rPr>
              <a:t>índice</a:t>
            </a:r>
            <a:r>
              <a:rPr lang="en-US" dirty="0">
                <a:latin typeface="Rockwell"/>
                <a:ea typeface="pplxSerif"/>
                <a:cs typeface="pplxSerif"/>
              </a:rPr>
              <a:t> </a:t>
            </a:r>
            <a:r>
              <a:rPr lang="en-US" dirty="0" err="1">
                <a:latin typeface="Rockwell"/>
                <a:ea typeface="pplxSerif"/>
                <a:cs typeface="pplxSerif"/>
              </a:rPr>
              <a:t>começa</a:t>
            </a:r>
            <a:r>
              <a:rPr lang="en-US" dirty="0">
                <a:latin typeface="Rockwell"/>
                <a:ea typeface="pplxSerif"/>
                <a:cs typeface="pplxSerif"/>
              </a:rPr>
              <a:t> </a:t>
            </a:r>
            <a:r>
              <a:rPr lang="en-US" dirty="0" err="1">
                <a:latin typeface="Rockwell"/>
                <a:ea typeface="pplxSerif"/>
                <a:cs typeface="pplxSerif"/>
              </a:rPr>
              <a:t>em</a:t>
            </a:r>
            <a:r>
              <a:rPr lang="en-US" dirty="0">
                <a:latin typeface="Rockwell"/>
                <a:ea typeface="pplxSerif"/>
                <a:cs typeface="pplxSerif"/>
              </a:rPr>
              <a:t> </a:t>
            </a:r>
            <a:r>
              <a:rPr lang="en-US" dirty="0"/>
              <a:t>0</a:t>
            </a:r>
            <a:r>
              <a:rPr lang="en-US" dirty="0">
                <a:latin typeface="Rockwell"/>
                <a:ea typeface="pplxSerif"/>
                <a:cs typeface="pplxSerif"/>
              </a:rPr>
              <a:t> e </a:t>
            </a:r>
            <a:r>
              <a:rPr lang="en-US" dirty="0" err="1">
                <a:latin typeface="Rockwell"/>
                <a:ea typeface="pplxSerif"/>
                <a:cs typeface="pplxSerif"/>
              </a:rPr>
              <a:t>podem</a:t>
            </a:r>
            <a:r>
              <a:rPr lang="en-US" dirty="0">
                <a:latin typeface="Rockwell"/>
                <a:ea typeface="pplxSerif"/>
                <a:cs typeface="pplxSerif"/>
              </a:rPr>
              <a:t> ser </a:t>
            </a:r>
            <a:r>
              <a:rPr lang="en-US" dirty="0" err="1">
                <a:latin typeface="Rockwell"/>
                <a:ea typeface="pplxSerif"/>
                <a:cs typeface="pplxSerif"/>
              </a:rPr>
              <a:t>criados</a:t>
            </a:r>
            <a:r>
              <a:rPr lang="en-US" dirty="0">
                <a:latin typeface="Rockwell"/>
                <a:ea typeface="pplxSerif"/>
                <a:cs typeface="pplxSerif"/>
              </a:rPr>
              <a:t> com </a:t>
            </a:r>
            <a:r>
              <a:rPr lang="en-US" dirty="0"/>
              <a:t>[]</a:t>
            </a:r>
            <a:r>
              <a:rPr lang="en-US" dirty="0">
                <a:latin typeface="Rockwell"/>
                <a:ea typeface="pplxSerif"/>
                <a:cs typeface="pplxSerif"/>
              </a:rPr>
              <a:t> </a:t>
            </a:r>
            <a:r>
              <a:rPr lang="en-US" dirty="0" err="1">
                <a:latin typeface="Rockwell"/>
                <a:ea typeface="pplxSerif"/>
                <a:cs typeface="pplxSerif"/>
              </a:rPr>
              <a:t>ou</a:t>
            </a:r>
            <a:r>
              <a:rPr lang="en-US" dirty="0">
                <a:latin typeface="Rockwell"/>
                <a:ea typeface="pplxSerif"/>
                <a:cs typeface="pplxSerif"/>
              </a:rPr>
              <a:t> </a:t>
            </a:r>
            <a:r>
              <a:rPr lang="en-US" dirty="0"/>
              <a:t>array()</a:t>
            </a:r>
            <a:r>
              <a:rPr lang="en-US" dirty="0">
                <a:latin typeface="Rockwell"/>
                <a:ea typeface="pplxSerif"/>
                <a:cs typeface="pplxSerif"/>
              </a:rPr>
              <a:t>:</a:t>
            </a:r>
            <a:endParaRPr lang="en-US" dirty="0">
              <a:latin typeface="Rockwell"/>
            </a:endParaRPr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9195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E7BC1-720F-3849-6030-F2D1F6292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Arrays</a:t>
            </a:r>
            <a:r>
              <a:rPr lang="pt-BR" dirty="0"/>
              <a:t> Associativos (Dicionários)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D2C321-8E97-3078-A71A-E693A8233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PHP não tem um tipo separado para dicionários — o </a:t>
            </a:r>
            <a:r>
              <a:rPr lang="pt-BR" b="1" dirty="0" err="1">
                <a:ea typeface="+mn-lt"/>
                <a:cs typeface="+mn-lt"/>
              </a:rPr>
              <a:t>array</a:t>
            </a:r>
            <a:r>
              <a:rPr lang="pt-BR" b="1" dirty="0">
                <a:ea typeface="+mn-lt"/>
                <a:cs typeface="+mn-lt"/>
              </a:rPr>
              <a:t> associativo</a:t>
            </a:r>
            <a:r>
              <a:rPr lang="pt-BR" dirty="0">
                <a:ea typeface="+mn-lt"/>
                <a:cs typeface="+mn-lt"/>
              </a:rPr>
              <a:t> cumpre esse papel. As chaves podem ser </a:t>
            </a:r>
            <a:r>
              <a:rPr lang="pt-BR" dirty="0" err="1">
                <a:ea typeface="+mn-lt"/>
                <a:cs typeface="+mn-lt"/>
              </a:rPr>
              <a:t>strings</a:t>
            </a:r>
            <a:r>
              <a:rPr lang="pt-BR" dirty="0">
                <a:ea typeface="+mn-lt"/>
                <a:cs typeface="+mn-lt"/>
              </a:rPr>
              <a:t> ou inteiros, no formato </a:t>
            </a:r>
            <a:r>
              <a:rPr lang="pt-BR" dirty="0">
                <a:latin typeface="Consolas"/>
              </a:rPr>
              <a:t>chave =&gt; valor</a:t>
            </a:r>
            <a:r>
              <a:rPr lang="pt-BR" dirty="0">
                <a:ea typeface="+mn-lt"/>
                <a:cs typeface="+mn-lt"/>
              </a:rPr>
              <a:t>:</a:t>
            </a:r>
          </a:p>
        </p:txBody>
      </p:sp>
      <p:pic>
        <p:nvPicPr>
          <p:cNvPr id="4" name="Imagem 3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96930243-477F-DE65-29FD-0B4A8BEEF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5" y="2999255"/>
            <a:ext cx="6310032" cy="3616138"/>
          </a:xfrm>
          <a:prstGeom prst="rect">
            <a:avLst/>
          </a:prstGeom>
        </p:spPr>
      </p:pic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34D8FEF7-1AF0-F545-DE1F-E9C40621B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605" y="4184379"/>
            <a:ext cx="5760767" cy="1230583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1A07D62-F697-9316-EDFC-88915B106E3D}"/>
              </a:ext>
            </a:extLst>
          </p:cNvPr>
          <p:cNvSpPr txBox="1"/>
          <p:nvPr/>
        </p:nvSpPr>
        <p:spPr>
          <a:xfrm>
            <a:off x="7071732" y="3810000"/>
            <a:ext cx="42932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Rockwell"/>
                <a:ea typeface="pplxSerif"/>
                <a:cs typeface="pplxSerif"/>
              </a:rPr>
              <a:t>Funções </a:t>
            </a:r>
            <a:r>
              <a:rPr lang="en-US" dirty="0" err="1">
                <a:latin typeface="Rockwell"/>
                <a:ea typeface="pplxSerif"/>
                <a:cs typeface="pplxSerif"/>
              </a:rPr>
              <a:t>úteis</a:t>
            </a:r>
            <a:r>
              <a:rPr lang="en-US" dirty="0">
                <a:latin typeface="Rockwell"/>
                <a:ea typeface="pplxSerif"/>
                <a:cs typeface="pplxSerif"/>
              </a:rPr>
              <a:t> </a:t>
            </a:r>
            <a:r>
              <a:rPr lang="en-US" dirty="0" err="1">
                <a:latin typeface="Rockwell"/>
                <a:ea typeface="pplxSerif"/>
                <a:cs typeface="pplxSerif"/>
              </a:rPr>
              <a:t>para arrays</a:t>
            </a:r>
            <a:r>
              <a:rPr lang="en-US" dirty="0">
                <a:latin typeface="Rockwell"/>
                <a:ea typeface="pplxSerif"/>
                <a:cs typeface="pplxSerif"/>
              </a:rPr>
              <a:t> </a:t>
            </a:r>
            <a:r>
              <a:rPr lang="en-US" dirty="0" err="1">
                <a:latin typeface="Rockwell"/>
                <a:ea typeface="pplxSerif"/>
                <a:cs typeface="pplxSerif"/>
              </a:rPr>
              <a:t>associativos</a:t>
            </a:r>
            <a:r>
              <a:rPr lang="en-US" dirty="0">
                <a:latin typeface="Rockwell"/>
                <a:ea typeface="pplxSerif"/>
                <a:cs typeface="pplxSerif"/>
              </a:rPr>
              <a:t>:</a:t>
            </a:r>
            <a:endParaRPr lang="en-US">
              <a:latin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1222166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12AD3A-4CFC-1655-3EF6-C3E0D5B84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Arrays</a:t>
            </a:r>
            <a:r>
              <a:rPr lang="pt-BR" dirty="0"/>
              <a:t> Multidimensionais</a:t>
            </a:r>
          </a:p>
        </p:txBody>
      </p:sp>
      <p:pic>
        <p:nvPicPr>
          <p:cNvPr id="4" name="Espaço Reservado para Conteúdo 3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0FBDA3EB-728D-F5E7-92BD-7AF62AEA31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9934" y="3074661"/>
            <a:ext cx="6619642" cy="253457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8A3AD13-E73D-E8AC-80CF-6DC485728B22}"/>
              </a:ext>
            </a:extLst>
          </p:cNvPr>
          <p:cNvSpPr txBox="1"/>
          <p:nvPr/>
        </p:nvSpPr>
        <p:spPr>
          <a:xfrm>
            <a:off x="1068659" y="2258122"/>
            <a:ext cx="100639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Rockwell"/>
                <a:ea typeface="pplxSerif"/>
                <a:cs typeface="pplxSerif"/>
              </a:rPr>
              <a:t>Arrays </a:t>
            </a:r>
            <a:r>
              <a:rPr lang="en-US" dirty="0" err="1">
                <a:latin typeface="Rockwell"/>
                <a:ea typeface="pplxSerif"/>
                <a:cs typeface="pplxSerif"/>
              </a:rPr>
              <a:t>podem</a:t>
            </a:r>
            <a:r>
              <a:rPr lang="en-US" dirty="0">
                <a:latin typeface="Rockwell"/>
                <a:ea typeface="pplxSerif"/>
                <a:cs typeface="pplxSerif"/>
              </a:rPr>
              <a:t> </a:t>
            </a:r>
            <a:r>
              <a:rPr lang="en-US" dirty="0" err="1">
                <a:latin typeface="Rockwell"/>
                <a:ea typeface="pplxSerif"/>
                <a:cs typeface="pplxSerif"/>
              </a:rPr>
              <a:t>conter</a:t>
            </a:r>
            <a:r>
              <a:rPr lang="en-US" dirty="0">
                <a:latin typeface="Rockwell"/>
                <a:ea typeface="pplxSerif"/>
                <a:cs typeface="pplxSerif"/>
              </a:rPr>
              <a:t> outros arrays, </a:t>
            </a:r>
            <a:r>
              <a:rPr lang="en-US" dirty="0" err="1">
                <a:latin typeface="Rockwell"/>
                <a:ea typeface="pplxSerif"/>
                <a:cs typeface="pplxSerif"/>
              </a:rPr>
              <a:t>formando</a:t>
            </a:r>
            <a:r>
              <a:rPr lang="en-US" dirty="0">
                <a:latin typeface="Rockwell"/>
                <a:ea typeface="pplxSerif"/>
                <a:cs typeface="pplxSerif"/>
              </a:rPr>
              <a:t> </a:t>
            </a:r>
            <a:r>
              <a:rPr lang="en-US" dirty="0" err="1">
                <a:latin typeface="Rockwell"/>
                <a:ea typeface="pplxSerif"/>
                <a:cs typeface="pplxSerif"/>
              </a:rPr>
              <a:t>estruturas</a:t>
            </a:r>
            <a:r>
              <a:rPr lang="en-US" dirty="0">
                <a:latin typeface="Rockwell"/>
                <a:ea typeface="pplxSerif"/>
                <a:cs typeface="pplxSerif"/>
              </a:rPr>
              <a:t> </a:t>
            </a:r>
            <a:r>
              <a:rPr lang="en-US" dirty="0" err="1">
                <a:latin typeface="Rockwell"/>
                <a:ea typeface="pplxSerif"/>
                <a:cs typeface="pplxSerif"/>
              </a:rPr>
              <a:t>como</a:t>
            </a:r>
            <a:r>
              <a:rPr lang="en-US" dirty="0">
                <a:latin typeface="Rockwell"/>
                <a:ea typeface="pplxSerif"/>
                <a:cs typeface="pplxSerif"/>
              </a:rPr>
              <a:t> </a:t>
            </a:r>
            <a:r>
              <a:rPr lang="en-US" dirty="0" err="1">
                <a:latin typeface="Rockwell"/>
                <a:ea typeface="pplxSerif"/>
                <a:cs typeface="pplxSerif"/>
              </a:rPr>
              <a:t>matrizes</a:t>
            </a:r>
            <a:r>
              <a:rPr lang="en-US" dirty="0">
                <a:latin typeface="Rockwell"/>
                <a:ea typeface="pplxSerif"/>
                <a:cs typeface="pplxSerif"/>
              </a:rPr>
              <a:t> </a:t>
            </a:r>
            <a:r>
              <a:rPr lang="en-US" dirty="0" err="1">
                <a:latin typeface="Rockwell"/>
                <a:ea typeface="pplxSerif"/>
                <a:cs typeface="pplxSerif"/>
              </a:rPr>
              <a:t>ou</a:t>
            </a:r>
            <a:r>
              <a:rPr lang="en-US" dirty="0">
                <a:latin typeface="Rockwell"/>
                <a:ea typeface="pplxSerif"/>
                <a:cs typeface="pplxSerif"/>
              </a:rPr>
              <a:t> </a:t>
            </a:r>
            <a:r>
              <a:rPr lang="en-US" dirty="0" err="1">
                <a:latin typeface="Rockwell"/>
                <a:ea typeface="pplxSerif"/>
                <a:cs typeface="pplxSerif"/>
              </a:rPr>
              <a:t>listas</a:t>
            </a:r>
            <a:r>
              <a:rPr lang="en-US" dirty="0">
                <a:latin typeface="Rockwell"/>
                <a:ea typeface="pplxSerif"/>
                <a:cs typeface="pplxSerif"/>
              </a:rPr>
              <a:t> de </a:t>
            </a:r>
            <a:r>
              <a:rPr lang="en-US" dirty="0" err="1">
                <a:latin typeface="Rockwell"/>
                <a:ea typeface="pplxSerif"/>
                <a:cs typeface="pplxSerif"/>
              </a:rPr>
              <a:t>registros</a:t>
            </a:r>
            <a:r>
              <a:rPr lang="en-US" dirty="0">
                <a:latin typeface="Rockwell"/>
                <a:ea typeface="pplxSerif"/>
                <a:cs typeface="pplxSerif"/>
              </a:rPr>
              <a:t>:</a:t>
            </a:r>
            <a:endParaRPr lang="en-US" dirty="0">
              <a:latin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20487035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Wood Type</vt:lpstr>
      <vt:lpstr>PHP</vt:lpstr>
      <vt:lpstr>Aula 01</vt:lpstr>
      <vt:lpstr>PHP</vt:lpstr>
      <vt:lpstr>variáveis</vt:lpstr>
      <vt:lpstr>Tipos de dados</vt:lpstr>
      <vt:lpstr>constantes</vt:lpstr>
      <vt:lpstr>operadores</vt:lpstr>
      <vt:lpstr>condicionais</vt:lpstr>
      <vt:lpstr>condicionais</vt:lpstr>
      <vt:lpstr>Laços de repetição</vt:lpstr>
      <vt:lpstr>Laços de repetição</vt:lpstr>
      <vt:lpstr>funções</vt:lpstr>
      <vt:lpstr>arrays</vt:lpstr>
      <vt:lpstr>Arrays Associativos (Dicionários)</vt:lpstr>
      <vt:lpstr>Arrays Multidimensionais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122</cp:revision>
  <dcterms:created xsi:type="dcterms:W3CDTF">2026-04-06T19:31:27Z</dcterms:created>
  <dcterms:modified xsi:type="dcterms:W3CDTF">2026-04-06T20:01:06Z</dcterms:modified>
</cp:coreProperties>
</file>